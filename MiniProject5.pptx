
<file path=[Content_Types].xml><?xml version="1.0" encoding="utf-8"?>
<Types xmlns="http://schemas.openxmlformats.org/package/2006/content-types">
  <Default Extension="fntdata" ContentType="application/x-fontdata"/>
  <Default Extension="gif" ContentType="image/gif"/>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 id="2147483653" r:id="rId2"/>
  </p:sldMasterIdLst>
  <p:notesMasterIdLst>
    <p:notesMasterId r:id="rId18"/>
  </p:notesMasterIdLst>
  <p:handoutMasterIdLst>
    <p:handoutMasterId r:id="rId19"/>
  </p:handout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Lst>
  <p:sldSz cx="9144000" cy="5143500" type="screen16x9"/>
  <p:notesSz cx="6858000" cy="9144000"/>
  <p:embeddedFontLst>
    <p:embeddedFont>
      <p:font typeface="Open Sans" panose="020B0606030504020204" pitchFamily="34" charset="0"/>
      <p:regular r:id="rId20"/>
      <p:bold r:id="rId21"/>
      <p:italic r:id="rId22"/>
      <p:boldItalic r:id="rId2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 uri="{2D200454-40CA-4A62-9FC3-DE9A4176ACB9}">
      <p15:notes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26" roundtripDataSignature="AMtx7mjlY/fpqHT70wjkp2yPWtjyA9DGMg=="/>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42B5547-670B-4BD3-9E4F-D844045C9709}" v="10" dt="2026-04-28T15:07:26.67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61383" autoAdjust="0"/>
  </p:normalViewPr>
  <p:slideViewPr>
    <p:cSldViewPr snapToGrid="0">
      <p:cViewPr varScale="1">
        <p:scale>
          <a:sx n="79" d="100"/>
          <a:sy n="79" d="100"/>
        </p:scale>
        <p:origin x="1562" y="34"/>
      </p:cViewPr>
      <p:guideLst>
        <p:guide orient="horz" pos="1620"/>
        <p:guide pos="2880"/>
      </p:guideLst>
    </p:cSldViewPr>
  </p:slideViewPr>
  <p:notesTextViewPr>
    <p:cViewPr>
      <p:scale>
        <a:sx n="1" d="1"/>
        <a:sy n="1" d="1"/>
      </p:scale>
      <p:origin x="0" y="0"/>
    </p:cViewPr>
  </p:notesTextViewPr>
  <p:notesViewPr>
    <p:cSldViewPr snapToGrid="0">
      <p:cViewPr varScale="1">
        <p:scale>
          <a:sx n="121" d="100"/>
          <a:sy n="121" d="100"/>
        </p:scale>
        <p:origin x="7662" y="96"/>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notesMaster" Target="notesMasters/notesMaster1.xml"/><Relationship Id="rId26" Type="http://customschemas.google.com/relationships/presentationmetadata" Target="metadata"/><Relationship Id="rId3" Type="http://schemas.openxmlformats.org/officeDocument/2006/relationships/slide" Target="slides/slide1.xml"/><Relationship Id="rId21" Type="http://schemas.openxmlformats.org/officeDocument/2006/relationships/font" Target="fonts/font2.fntdata"/><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font" Target="fonts/font1.fntdata"/><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32" Type="http://schemas.microsoft.com/office/2015/10/relationships/revisionInfo" Target="revisionInfo.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font" Target="fonts/font4.fntdata"/><Relationship Id="rId28" Type="http://schemas.openxmlformats.org/officeDocument/2006/relationships/viewProps" Target="viewProps.xml"/><Relationship Id="rId10" Type="http://schemas.openxmlformats.org/officeDocument/2006/relationships/slide" Target="slides/slide8.xml"/><Relationship Id="rId19" Type="http://schemas.openxmlformats.org/officeDocument/2006/relationships/handoutMaster" Target="handoutMasters/handoutMaster1.xml"/><Relationship Id="rId31" Type="http://schemas.microsoft.com/office/2016/11/relationships/changesInfo" Target="changesInfos/changesInfo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font" Target="fonts/font3.fntdata"/><Relationship Id="rId27" Type="http://schemas.openxmlformats.org/officeDocument/2006/relationships/presProps" Target="presProps.xml"/><Relationship Id="rId30"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avin Govindarajan" userId="6d3d07dabf44099e" providerId="LiveId" clId="{A845BFB2-E6FD-42B5-9A4D-EC0030D162D0}"/>
    <pc:docChg chg="custSel modSld modMainMaster">
      <pc:chgData name="Kavin Govindarajan" userId="6d3d07dabf44099e" providerId="LiveId" clId="{A845BFB2-E6FD-42B5-9A4D-EC0030D162D0}" dt="2026-04-28T22:00:16.587" v="1609" actId="20577"/>
      <pc:docMkLst>
        <pc:docMk/>
      </pc:docMkLst>
      <pc:sldChg chg="modAnim">
        <pc:chgData name="Kavin Govindarajan" userId="6d3d07dabf44099e" providerId="LiveId" clId="{A845BFB2-E6FD-42B5-9A4D-EC0030D162D0}" dt="2026-04-28T15:07:26.675" v="111"/>
        <pc:sldMkLst>
          <pc:docMk/>
          <pc:sldMk cId="0" sldId="257"/>
        </pc:sldMkLst>
      </pc:sldChg>
      <pc:sldChg chg="modAnim">
        <pc:chgData name="Kavin Govindarajan" userId="6d3d07dabf44099e" providerId="LiveId" clId="{A845BFB2-E6FD-42B5-9A4D-EC0030D162D0}" dt="2026-04-28T15:07:22.005" v="110"/>
        <pc:sldMkLst>
          <pc:docMk/>
          <pc:sldMk cId="0" sldId="259"/>
        </pc:sldMkLst>
      </pc:sldChg>
      <pc:sldChg chg="modSp mod">
        <pc:chgData name="Kavin Govindarajan" userId="6d3d07dabf44099e" providerId="LiveId" clId="{A845BFB2-E6FD-42B5-9A4D-EC0030D162D0}" dt="2026-04-28T15:06:19.523" v="91" actId="6549"/>
        <pc:sldMkLst>
          <pc:docMk/>
          <pc:sldMk cId="0" sldId="260"/>
        </pc:sldMkLst>
        <pc:spChg chg="mod">
          <ac:chgData name="Kavin Govindarajan" userId="6d3d07dabf44099e" providerId="LiveId" clId="{A845BFB2-E6FD-42B5-9A4D-EC0030D162D0}" dt="2026-04-28T15:06:19.523" v="91" actId="6549"/>
          <ac:spMkLst>
            <pc:docMk/>
            <pc:sldMk cId="0" sldId="260"/>
            <ac:spMk id="107" creationId="{00000000-0000-0000-0000-000000000000}"/>
          </ac:spMkLst>
        </pc:spChg>
      </pc:sldChg>
      <pc:sldChg chg="addSp delSp modSp mod">
        <pc:chgData name="Kavin Govindarajan" userId="6d3d07dabf44099e" providerId="LiveId" clId="{A845BFB2-E6FD-42B5-9A4D-EC0030D162D0}" dt="2026-04-28T15:06:34.823" v="93"/>
        <pc:sldMkLst>
          <pc:docMk/>
          <pc:sldMk cId="0" sldId="261"/>
        </pc:sldMkLst>
        <pc:spChg chg="add mod">
          <ac:chgData name="Kavin Govindarajan" userId="6d3d07dabf44099e" providerId="LiveId" clId="{A845BFB2-E6FD-42B5-9A4D-EC0030D162D0}" dt="2026-04-28T15:06:34.823" v="93"/>
          <ac:spMkLst>
            <pc:docMk/>
            <pc:sldMk cId="0" sldId="261"/>
            <ac:spMk id="2" creationId="{869BF736-C44E-D0B9-DA9C-4D6621561655}"/>
          </ac:spMkLst>
        </pc:spChg>
        <pc:spChg chg="del">
          <ac:chgData name="Kavin Govindarajan" userId="6d3d07dabf44099e" providerId="LiveId" clId="{A845BFB2-E6FD-42B5-9A4D-EC0030D162D0}" dt="2026-04-28T15:06:34.537" v="92" actId="478"/>
          <ac:spMkLst>
            <pc:docMk/>
            <pc:sldMk cId="0" sldId="261"/>
            <ac:spMk id="114" creationId="{00000000-0000-0000-0000-000000000000}"/>
          </ac:spMkLst>
        </pc:spChg>
      </pc:sldChg>
      <pc:sldChg chg="addSp delSp modSp mod">
        <pc:chgData name="Kavin Govindarajan" userId="6d3d07dabf44099e" providerId="LiveId" clId="{A845BFB2-E6FD-42B5-9A4D-EC0030D162D0}" dt="2026-04-28T15:06:42.123" v="96" actId="27636"/>
        <pc:sldMkLst>
          <pc:docMk/>
          <pc:sldMk cId="0" sldId="263"/>
        </pc:sldMkLst>
        <pc:spChg chg="add mod">
          <ac:chgData name="Kavin Govindarajan" userId="6d3d07dabf44099e" providerId="LiveId" clId="{A845BFB2-E6FD-42B5-9A4D-EC0030D162D0}" dt="2026-04-28T15:06:42.059" v="95"/>
          <ac:spMkLst>
            <pc:docMk/>
            <pc:sldMk cId="0" sldId="263"/>
            <ac:spMk id="2" creationId="{42F10278-7681-93D4-8325-5442DF6BC7E6}"/>
          </ac:spMkLst>
        </pc:spChg>
        <pc:spChg chg="del">
          <ac:chgData name="Kavin Govindarajan" userId="6d3d07dabf44099e" providerId="LiveId" clId="{A845BFB2-E6FD-42B5-9A4D-EC0030D162D0}" dt="2026-04-28T15:06:41.780" v="94" actId="478"/>
          <ac:spMkLst>
            <pc:docMk/>
            <pc:sldMk cId="0" sldId="263"/>
            <ac:spMk id="137" creationId="{00000000-0000-0000-0000-000000000000}"/>
          </ac:spMkLst>
        </pc:spChg>
        <pc:spChg chg="mod">
          <ac:chgData name="Kavin Govindarajan" userId="6d3d07dabf44099e" providerId="LiveId" clId="{A845BFB2-E6FD-42B5-9A4D-EC0030D162D0}" dt="2026-04-28T15:06:42.123" v="96" actId="27636"/>
          <ac:spMkLst>
            <pc:docMk/>
            <pc:sldMk cId="0" sldId="263"/>
            <ac:spMk id="140" creationId="{00000000-0000-0000-0000-000000000000}"/>
          </ac:spMkLst>
        </pc:spChg>
      </pc:sldChg>
      <pc:sldChg chg="addSp delSp modSp mod">
        <pc:chgData name="Kavin Govindarajan" userId="6d3d07dabf44099e" providerId="LiveId" clId="{A845BFB2-E6FD-42B5-9A4D-EC0030D162D0}" dt="2026-04-28T15:06:46.889" v="98"/>
        <pc:sldMkLst>
          <pc:docMk/>
          <pc:sldMk cId="0" sldId="265"/>
        </pc:sldMkLst>
        <pc:spChg chg="add mod">
          <ac:chgData name="Kavin Govindarajan" userId="6d3d07dabf44099e" providerId="LiveId" clId="{A845BFB2-E6FD-42B5-9A4D-EC0030D162D0}" dt="2026-04-28T15:06:46.889" v="98"/>
          <ac:spMkLst>
            <pc:docMk/>
            <pc:sldMk cId="0" sldId="265"/>
            <ac:spMk id="2" creationId="{450A4A4A-429E-5FB8-352B-56362FA4C5D2}"/>
          </ac:spMkLst>
        </pc:spChg>
        <pc:spChg chg="del">
          <ac:chgData name="Kavin Govindarajan" userId="6d3d07dabf44099e" providerId="LiveId" clId="{A845BFB2-E6FD-42B5-9A4D-EC0030D162D0}" dt="2026-04-28T15:06:46.698" v="97" actId="478"/>
          <ac:spMkLst>
            <pc:docMk/>
            <pc:sldMk cId="0" sldId="265"/>
            <ac:spMk id="163" creationId="{00000000-0000-0000-0000-000000000000}"/>
          </ac:spMkLst>
        </pc:spChg>
      </pc:sldChg>
      <pc:sldChg chg="addSp delSp modSp mod modNotesTx">
        <pc:chgData name="Kavin Govindarajan" userId="6d3d07dabf44099e" providerId="LiveId" clId="{A845BFB2-E6FD-42B5-9A4D-EC0030D162D0}" dt="2026-04-28T22:00:16.587" v="1609" actId="20577"/>
        <pc:sldMkLst>
          <pc:docMk/>
          <pc:sldMk cId="0" sldId="266"/>
        </pc:sldMkLst>
        <pc:spChg chg="add mod">
          <ac:chgData name="Kavin Govindarajan" userId="6d3d07dabf44099e" providerId="LiveId" clId="{A845BFB2-E6FD-42B5-9A4D-EC0030D162D0}" dt="2026-04-28T15:06:51.210" v="100"/>
          <ac:spMkLst>
            <pc:docMk/>
            <pc:sldMk cId="0" sldId="266"/>
            <ac:spMk id="2" creationId="{E7E33433-7163-3575-9378-4764150DD121}"/>
          </ac:spMkLst>
        </pc:spChg>
        <pc:spChg chg="mod">
          <ac:chgData name="Kavin Govindarajan" userId="6d3d07dabf44099e" providerId="LiveId" clId="{A845BFB2-E6FD-42B5-9A4D-EC0030D162D0}" dt="2026-04-28T15:04:59.210" v="4" actId="27636"/>
          <ac:spMkLst>
            <pc:docMk/>
            <pc:sldMk cId="0" sldId="266"/>
            <ac:spMk id="178" creationId="{00000000-0000-0000-0000-000000000000}"/>
          </ac:spMkLst>
        </pc:spChg>
        <pc:spChg chg="del">
          <ac:chgData name="Kavin Govindarajan" userId="6d3d07dabf44099e" providerId="LiveId" clId="{A845BFB2-E6FD-42B5-9A4D-EC0030D162D0}" dt="2026-04-28T15:06:50.939" v="99" actId="478"/>
          <ac:spMkLst>
            <pc:docMk/>
            <pc:sldMk cId="0" sldId="266"/>
            <ac:spMk id="179" creationId="{00000000-0000-0000-0000-000000000000}"/>
          </ac:spMkLst>
        </pc:spChg>
      </pc:sldChg>
      <pc:sldChg chg="addSp delSp modSp mod">
        <pc:chgData name="Kavin Govindarajan" userId="6d3d07dabf44099e" providerId="LiveId" clId="{A845BFB2-E6FD-42B5-9A4D-EC0030D162D0}" dt="2026-04-28T15:06:56.638" v="102"/>
        <pc:sldMkLst>
          <pc:docMk/>
          <pc:sldMk cId="0" sldId="267"/>
        </pc:sldMkLst>
        <pc:spChg chg="add mod">
          <ac:chgData name="Kavin Govindarajan" userId="6d3d07dabf44099e" providerId="LiveId" clId="{A845BFB2-E6FD-42B5-9A4D-EC0030D162D0}" dt="2026-04-28T15:06:56.638" v="102"/>
          <ac:spMkLst>
            <pc:docMk/>
            <pc:sldMk cId="0" sldId="267"/>
            <ac:spMk id="2" creationId="{92B8F0A0-E6F8-D8D6-BACB-50898F02B1CC}"/>
          </ac:spMkLst>
        </pc:spChg>
        <pc:spChg chg="del">
          <ac:chgData name="Kavin Govindarajan" userId="6d3d07dabf44099e" providerId="LiveId" clId="{A845BFB2-E6FD-42B5-9A4D-EC0030D162D0}" dt="2026-04-28T15:06:56.407" v="101" actId="478"/>
          <ac:spMkLst>
            <pc:docMk/>
            <pc:sldMk cId="0" sldId="267"/>
            <ac:spMk id="185" creationId="{00000000-0000-0000-0000-000000000000}"/>
          </ac:spMkLst>
        </pc:spChg>
      </pc:sldChg>
      <pc:sldChg chg="addSp delSp modSp mod">
        <pc:chgData name="Kavin Govindarajan" userId="6d3d07dabf44099e" providerId="LiveId" clId="{A845BFB2-E6FD-42B5-9A4D-EC0030D162D0}" dt="2026-04-28T15:07:01.152" v="104"/>
        <pc:sldMkLst>
          <pc:docMk/>
          <pc:sldMk cId="0" sldId="268"/>
        </pc:sldMkLst>
        <pc:spChg chg="add mod">
          <ac:chgData name="Kavin Govindarajan" userId="6d3d07dabf44099e" providerId="LiveId" clId="{A845BFB2-E6FD-42B5-9A4D-EC0030D162D0}" dt="2026-04-28T15:07:01.152" v="104"/>
          <ac:spMkLst>
            <pc:docMk/>
            <pc:sldMk cId="0" sldId="268"/>
            <ac:spMk id="2" creationId="{427E9913-6619-AB95-4701-93B1027E839D}"/>
          </ac:spMkLst>
        </pc:spChg>
        <pc:spChg chg="del">
          <ac:chgData name="Kavin Govindarajan" userId="6d3d07dabf44099e" providerId="LiveId" clId="{A845BFB2-E6FD-42B5-9A4D-EC0030D162D0}" dt="2026-04-28T15:07:00.960" v="103" actId="478"/>
          <ac:spMkLst>
            <pc:docMk/>
            <pc:sldMk cId="0" sldId="268"/>
            <ac:spMk id="195" creationId="{00000000-0000-0000-0000-000000000000}"/>
          </ac:spMkLst>
        </pc:spChg>
      </pc:sldChg>
      <pc:sldChg chg="addSp delSp modSp mod">
        <pc:chgData name="Kavin Govindarajan" userId="6d3d07dabf44099e" providerId="LiveId" clId="{A845BFB2-E6FD-42B5-9A4D-EC0030D162D0}" dt="2026-04-28T15:07:04.815" v="107" actId="27636"/>
        <pc:sldMkLst>
          <pc:docMk/>
          <pc:sldMk cId="0" sldId="269"/>
        </pc:sldMkLst>
        <pc:spChg chg="add mod">
          <ac:chgData name="Kavin Govindarajan" userId="6d3d07dabf44099e" providerId="LiveId" clId="{A845BFB2-E6FD-42B5-9A4D-EC0030D162D0}" dt="2026-04-28T15:07:04.797" v="106"/>
          <ac:spMkLst>
            <pc:docMk/>
            <pc:sldMk cId="0" sldId="269"/>
            <ac:spMk id="2" creationId="{61331570-B737-6E9F-663C-C5A6398FD205}"/>
          </ac:spMkLst>
        </pc:spChg>
        <pc:spChg chg="mod">
          <ac:chgData name="Kavin Govindarajan" userId="6d3d07dabf44099e" providerId="LiveId" clId="{A845BFB2-E6FD-42B5-9A4D-EC0030D162D0}" dt="2026-04-28T15:07:04.815" v="107" actId="27636"/>
          <ac:spMkLst>
            <pc:docMk/>
            <pc:sldMk cId="0" sldId="269"/>
            <ac:spMk id="204" creationId="{00000000-0000-0000-0000-000000000000}"/>
          </ac:spMkLst>
        </pc:spChg>
        <pc:spChg chg="del">
          <ac:chgData name="Kavin Govindarajan" userId="6d3d07dabf44099e" providerId="LiveId" clId="{A845BFB2-E6FD-42B5-9A4D-EC0030D162D0}" dt="2026-04-28T15:07:04.592" v="105" actId="478"/>
          <ac:spMkLst>
            <pc:docMk/>
            <pc:sldMk cId="0" sldId="269"/>
            <ac:spMk id="205" creationId="{00000000-0000-0000-0000-000000000000}"/>
          </ac:spMkLst>
        </pc:spChg>
      </pc:sldChg>
      <pc:sldChg chg="addSp delSp modSp mod">
        <pc:chgData name="Kavin Govindarajan" userId="6d3d07dabf44099e" providerId="LiveId" clId="{A845BFB2-E6FD-42B5-9A4D-EC0030D162D0}" dt="2026-04-28T15:07:08.951" v="109"/>
        <pc:sldMkLst>
          <pc:docMk/>
          <pc:sldMk cId="0" sldId="270"/>
        </pc:sldMkLst>
        <pc:spChg chg="add mod">
          <ac:chgData name="Kavin Govindarajan" userId="6d3d07dabf44099e" providerId="LiveId" clId="{A845BFB2-E6FD-42B5-9A4D-EC0030D162D0}" dt="2026-04-28T15:07:08.951" v="109"/>
          <ac:spMkLst>
            <pc:docMk/>
            <pc:sldMk cId="0" sldId="270"/>
            <ac:spMk id="2" creationId="{A8B1AB31-304C-BF1B-82D7-6B27CF410633}"/>
          </ac:spMkLst>
        </pc:spChg>
        <pc:spChg chg="mod">
          <ac:chgData name="Kavin Govindarajan" userId="6d3d07dabf44099e" providerId="LiveId" clId="{A845BFB2-E6FD-42B5-9A4D-EC0030D162D0}" dt="2026-04-28T15:04:59.223" v="6" actId="27636"/>
          <ac:spMkLst>
            <pc:docMk/>
            <pc:sldMk cId="0" sldId="270"/>
            <ac:spMk id="211" creationId="{00000000-0000-0000-0000-000000000000}"/>
          </ac:spMkLst>
        </pc:spChg>
        <pc:spChg chg="del">
          <ac:chgData name="Kavin Govindarajan" userId="6d3d07dabf44099e" providerId="LiveId" clId="{A845BFB2-E6FD-42B5-9A4D-EC0030D162D0}" dt="2026-04-28T15:07:08.741" v="108" actId="478"/>
          <ac:spMkLst>
            <pc:docMk/>
            <pc:sldMk cId="0" sldId="270"/>
            <ac:spMk id="212" creationId="{00000000-0000-0000-0000-000000000000}"/>
          </ac:spMkLst>
        </pc:spChg>
      </pc:sldChg>
      <pc:sldMasterChg chg="modSldLayout">
        <pc:chgData name="Kavin Govindarajan" userId="6d3d07dabf44099e" providerId="LiveId" clId="{A845BFB2-E6FD-42B5-9A4D-EC0030D162D0}" dt="2026-04-28T15:05:41.620" v="88" actId="20577"/>
        <pc:sldMasterMkLst>
          <pc:docMk/>
          <pc:sldMasterMk cId="0" sldId="2147483653"/>
        </pc:sldMasterMkLst>
        <pc:sldLayoutChg chg="modSp mod">
          <pc:chgData name="Kavin Govindarajan" userId="6d3d07dabf44099e" providerId="LiveId" clId="{A845BFB2-E6FD-42B5-9A4D-EC0030D162D0}" dt="2026-04-28T15:05:21.721" v="85" actId="20577"/>
          <pc:sldLayoutMkLst>
            <pc:docMk/>
            <pc:sldMasterMk cId="0" sldId="2147483653"/>
            <pc:sldLayoutMk cId="0" sldId="2147483654"/>
          </pc:sldLayoutMkLst>
          <pc:spChg chg="mod">
            <ac:chgData name="Kavin Govindarajan" userId="6d3d07dabf44099e" providerId="LiveId" clId="{A845BFB2-E6FD-42B5-9A4D-EC0030D162D0}" dt="2026-04-28T15:05:00.274" v="8" actId="6549"/>
            <ac:spMkLst>
              <pc:docMk/>
              <pc:sldMasterMk cId="0" sldId="2147483653"/>
              <pc:sldLayoutMk cId="0" sldId="2147483654"/>
              <ac:spMk id="27" creationId="{00000000-0000-0000-0000-000000000000}"/>
            </ac:spMkLst>
          </pc:spChg>
          <pc:spChg chg="mod">
            <ac:chgData name="Kavin Govindarajan" userId="6d3d07dabf44099e" providerId="LiveId" clId="{A845BFB2-E6FD-42B5-9A4D-EC0030D162D0}" dt="2026-04-28T15:05:21.721" v="85" actId="20577"/>
            <ac:spMkLst>
              <pc:docMk/>
              <pc:sldMasterMk cId="0" sldId="2147483653"/>
              <pc:sldLayoutMk cId="0" sldId="2147483654"/>
              <ac:spMk id="28" creationId="{00000000-0000-0000-0000-000000000000}"/>
            </ac:spMkLst>
          </pc:spChg>
        </pc:sldLayoutChg>
        <pc:sldLayoutChg chg="modSp mod">
          <pc:chgData name="Kavin Govindarajan" userId="6d3d07dabf44099e" providerId="LiveId" clId="{A845BFB2-E6FD-42B5-9A4D-EC0030D162D0}" dt="2026-04-28T15:05:41.620" v="88" actId="20577"/>
          <pc:sldLayoutMkLst>
            <pc:docMk/>
            <pc:sldMasterMk cId="0" sldId="2147483653"/>
            <pc:sldLayoutMk cId="0" sldId="2147483656"/>
          </pc:sldLayoutMkLst>
          <pc:spChg chg="mod">
            <ac:chgData name="Kavin Govindarajan" userId="6d3d07dabf44099e" providerId="LiveId" clId="{A845BFB2-E6FD-42B5-9A4D-EC0030D162D0}" dt="2026-04-28T15:05:41.620" v="88" actId="20577"/>
            <ac:spMkLst>
              <pc:docMk/>
              <pc:sldMasterMk cId="0" sldId="2147483653"/>
              <pc:sldLayoutMk cId="0" sldId="2147483656"/>
              <ac:spMk id="41" creationId="{00000000-0000-0000-0000-000000000000}"/>
            </ac:spMkLst>
          </pc:spChg>
        </pc:sldLayoutChg>
      </pc:sldMaster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100D0176-51C8-FA58-7456-A479DDB09BE6}"/>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DC30808B-363D-9F68-A2A0-95AF32641ED8}"/>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7D9D3612-0D8B-44FE-A3BB-D991621F94F2}" type="datetimeFigureOut">
              <a:rPr lang="en-US" smtClean="0"/>
              <a:t>2026-04-28</a:t>
            </a:fld>
            <a:endParaRPr lang="en-US"/>
          </a:p>
        </p:txBody>
      </p:sp>
      <p:sp>
        <p:nvSpPr>
          <p:cNvPr id="4" name="Footer Placeholder 3">
            <a:extLst>
              <a:ext uri="{FF2B5EF4-FFF2-40B4-BE49-F238E27FC236}">
                <a16:creationId xmlns:a16="http://schemas.microsoft.com/office/drawing/2014/main" id="{F5A3D0A2-E8E4-7172-52F5-212741F9D50C}"/>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97B51058-800E-B4F9-DE35-9E582B537F2A}"/>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6A41044-4DA6-42B5-AB8C-A5E602797048}" type="slidenum">
              <a:rPr lang="en-US" smtClean="0"/>
              <a:t>‹#›</a:t>
            </a:fld>
            <a:endParaRPr lang="en-US"/>
          </a:p>
        </p:txBody>
      </p:sp>
    </p:spTree>
    <p:extLst>
      <p:ext uri="{BB962C8B-B14F-4D97-AF65-F5344CB8AC3E}">
        <p14:creationId xmlns:p14="http://schemas.microsoft.com/office/powerpoint/2010/main" val="134873056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
        <p:cNvGrpSpPr/>
        <p:nvPr/>
      </p:nvGrpSpPr>
      <p:grpSpPr>
        <a:xfrm>
          <a:off x="0" y="0"/>
          <a:ext cx="0" cy="0"/>
          <a:chOff x="0" y="0"/>
          <a:chExt cx="0" cy="0"/>
        </a:xfrm>
      </p:grpSpPr>
      <p:sp>
        <p:nvSpPr>
          <p:cNvPr id="43" name="Google Shape;43;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4" name="Google Shape;44;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
        <p:cNvGrpSpPr/>
        <p:nvPr/>
      </p:nvGrpSpPr>
      <p:grpSpPr>
        <a:xfrm>
          <a:off x="0" y="0"/>
          <a:ext cx="0" cy="0"/>
          <a:chOff x="0" y="0"/>
          <a:chExt cx="0" cy="0"/>
        </a:xfrm>
      </p:grpSpPr>
      <p:sp>
        <p:nvSpPr>
          <p:cNvPr id="50" name="Google Shape;50;p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US"/>
              <a:t>Marine-Aerial Teams are useful in many mission scenarios: from search &amp; rescue to persistent maritime observation.</a:t>
            </a:r>
            <a:endParaRPr/>
          </a:p>
          <a:p>
            <a:pPr marL="0" lvl="0" indent="0" algn="l" rtl="0">
              <a:lnSpc>
                <a:spcPct val="100000"/>
              </a:lnSpc>
              <a:spcBef>
                <a:spcPts val="0"/>
              </a:spcBef>
              <a:spcAft>
                <a:spcPts val="0"/>
              </a:spcAft>
              <a:buSzPts val="1100"/>
              <a:buNone/>
            </a:pPr>
            <a:endParaRPr/>
          </a:p>
          <a:p>
            <a:pPr marL="0" lvl="0" indent="0" algn="l" rtl="0">
              <a:lnSpc>
                <a:spcPct val="100000"/>
              </a:lnSpc>
              <a:spcBef>
                <a:spcPts val="0"/>
              </a:spcBef>
              <a:spcAft>
                <a:spcPts val="0"/>
              </a:spcAft>
              <a:buSzPts val="1100"/>
              <a:buNone/>
            </a:pPr>
            <a:r>
              <a:rPr lang="en-US"/>
              <a:t>One benefit of using heterogeneous teams is that they’re able to leverage the strengths of each platform.</a:t>
            </a:r>
            <a:endParaRPr/>
          </a:p>
          <a:p>
            <a:pPr marL="0" lvl="0" indent="0" algn="l" rtl="0">
              <a:lnSpc>
                <a:spcPct val="100000"/>
              </a:lnSpc>
              <a:spcBef>
                <a:spcPts val="0"/>
              </a:spcBef>
              <a:spcAft>
                <a:spcPts val="0"/>
              </a:spcAft>
              <a:buSzPts val="1100"/>
              <a:buNone/>
            </a:pPr>
            <a:endParaRPr/>
          </a:p>
          <a:p>
            <a:pPr marL="0" lvl="0" indent="0" algn="l" rtl="0">
              <a:lnSpc>
                <a:spcPct val="100000"/>
              </a:lnSpc>
              <a:spcBef>
                <a:spcPts val="0"/>
              </a:spcBef>
              <a:spcAft>
                <a:spcPts val="0"/>
              </a:spcAft>
              <a:buSzPts val="1100"/>
              <a:buNone/>
            </a:pPr>
            <a:r>
              <a:rPr lang="en-US"/>
              <a:t>Unmanned Surface Vessels are capable of long duration missions, especially if they are sustainably-powered and capable of harvesting energy from their environments. Further, they can serve as communication hubs and relays.</a:t>
            </a:r>
            <a:endParaRPr/>
          </a:p>
          <a:p>
            <a:pPr marL="0" lvl="0" indent="0" algn="l" rtl="0">
              <a:lnSpc>
                <a:spcPct val="100000"/>
              </a:lnSpc>
              <a:spcBef>
                <a:spcPts val="0"/>
              </a:spcBef>
              <a:spcAft>
                <a:spcPts val="0"/>
              </a:spcAft>
              <a:buSzPts val="1100"/>
              <a:buNone/>
            </a:pPr>
            <a:endParaRPr/>
          </a:p>
          <a:p>
            <a:pPr marL="0" lvl="0" indent="0" algn="l" rtl="0">
              <a:lnSpc>
                <a:spcPct val="100000"/>
              </a:lnSpc>
              <a:spcBef>
                <a:spcPts val="0"/>
              </a:spcBef>
              <a:spcAft>
                <a:spcPts val="0"/>
              </a:spcAft>
              <a:buSzPts val="1100"/>
              <a:buNone/>
            </a:pPr>
            <a:r>
              <a:rPr lang="en-US"/>
              <a:t>Given their capabilities to store energy and serve as communication hubs or relays while still conducting information-gathering missions, they serve as a good platform for deploying teams of unmanned aerial vehicles, which are better suited at high resolution sensing and rapidly capturing information of transient events (for example surfacing animals).</a:t>
            </a:r>
            <a:endParaRPr/>
          </a:p>
        </p:txBody>
      </p:sp>
      <p:sp>
        <p:nvSpPr>
          <p:cNvPr id="51" name="Google Shape;51;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
        <p:cNvGrpSpPr/>
        <p:nvPr/>
      </p:nvGrpSpPr>
      <p:grpSpPr>
        <a:xfrm>
          <a:off x="0" y="0"/>
          <a:ext cx="0" cy="0"/>
          <a:chOff x="0" y="0"/>
          <a:chExt cx="0" cy="0"/>
        </a:xfrm>
      </p:grpSpPr>
      <p:sp>
        <p:nvSpPr>
          <p:cNvPr id="68" name="Google Shape;68;p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US"/>
              <a:t>While using heterogeneous marine-aerial teams provide many advantages, one of the challenges is that the UAV team must “rendezvous” with the USV host in order to offload data, recharge, and potentially receive new tasks. In a worst case scenario, it may be necessary for the entire aerial team to synchronously rendezvous with the USV host. </a:t>
            </a:r>
            <a:endParaRPr/>
          </a:p>
          <a:p>
            <a:pPr marL="0" lvl="0" indent="0" algn="l" rtl="0">
              <a:lnSpc>
                <a:spcPct val="100000"/>
              </a:lnSpc>
              <a:spcBef>
                <a:spcPts val="0"/>
              </a:spcBef>
              <a:spcAft>
                <a:spcPts val="0"/>
              </a:spcAft>
              <a:buSzPts val="1100"/>
              <a:buNone/>
            </a:pPr>
            <a:endParaRPr/>
          </a:p>
          <a:p>
            <a:pPr marL="0" lvl="0" indent="0" algn="l" rtl="0">
              <a:lnSpc>
                <a:spcPct val="100000"/>
              </a:lnSpc>
              <a:spcBef>
                <a:spcPts val="0"/>
              </a:spcBef>
              <a:spcAft>
                <a:spcPts val="0"/>
              </a:spcAft>
              <a:buSzPts val="1100"/>
              <a:buNone/>
            </a:pPr>
            <a:r>
              <a:rPr lang="en-US"/>
              <a:t>This is challenging because each agent has differing dynamics, can be at various locations, and have varying energy states.</a:t>
            </a:r>
            <a:endParaRPr/>
          </a:p>
          <a:p>
            <a:pPr marL="0" lvl="0" indent="0" algn="l" rtl="0">
              <a:lnSpc>
                <a:spcPct val="100000"/>
              </a:lnSpc>
              <a:spcBef>
                <a:spcPts val="0"/>
              </a:spcBef>
              <a:spcAft>
                <a:spcPts val="0"/>
              </a:spcAft>
              <a:buSzPts val="1100"/>
              <a:buNone/>
            </a:pPr>
            <a:endParaRPr/>
          </a:p>
          <a:p>
            <a:pPr marL="0" lvl="0" indent="0" algn="l" rtl="0">
              <a:lnSpc>
                <a:spcPct val="100000"/>
              </a:lnSpc>
              <a:spcBef>
                <a:spcPts val="0"/>
              </a:spcBef>
              <a:spcAft>
                <a:spcPts val="0"/>
              </a:spcAft>
              <a:buSzPts val="1100"/>
              <a:buNone/>
            </a:pPr>
            <a:r>
              <a:rPr lang="en-US"/>
              <a:t>Further, communication is a large challenge, particularly in maritime environments where connectivity can be intermittent and the network representing the communication interactions between the vehicles can vary with time.</a:t>
            </a:r>
            <a:endParaRPr/>
          </a:p>
          <a:p>
            <a:pPr marL="0" lvl="0" indent="0" algn="l" rtl="0">
              <a:lnSpc>
                <a:spcPct val="100000"/>
              </a:lnSpc>
              <a:spcBef>
                <a:spcPts val="0"/>
              </a:spcBef>
              <a:spcAft>
                <a:spcPts val="0"/>
              </a:spcAft>
              <a:buSzPts val="1100"/>
              <a:buNone/>
            </a:pPr>
            <a:endParaRPr/>
          </a:p>
          <a:p>
            <a:pPr marL="0" lvl="0" indent="0" algn="l" rtl="0">
              <a:lnSpc>
                <a:spcPct val="100000"/>
              </a:lnSpc>
              <a:spcBef>
                <a:spcPts val="0"/>
              </a:spcBef>
              <a:spcAft>
                <a:spcPts val="0"/>
              </a:spcAft>
              <a:buSzPts val="1100"/>
              <a:buNone/>
            </a:pPr>
            <a:r>
              <a:rPr lang="en-US"/>
              <a:t>To further increase the complexity of this challenge, the USV is also a mobile agent executing it’s own tasks, so all the UAVs must not only coordinate with each other, but also with the USV.</a:t>
            </a:r>
            <a:endParaRPr/>
          </a:p>
        </p:txBody>
      </p:sp>
      <p:sp>
        <p:nvSpPr>
          <p:cNvPr id="69" name="Google Shape;69;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p:cNvGrpSpPr/>
        <p:nvPr/>
      </p:nvGrpSpPr>
      <p:grpSpPr>
        <a:xfrm>
          <a:off x="0" y="0"/>
          <a:ext cx="0" cy="0"/>
          <a:chOff x="0" y="0"/>
          <a:chExt cx="0" cy="0"/>
        </a:xfrm>
      </p:grpSpPr>
      <p:sp>
        <p:nvSpPr>
          <p:cNvPr id="86" name="Google Shape;86;p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US"/>
              <a:t>While formation control, leader-following tracking, and even rendezvous problems have been studied in the existing literature (shown on the slide), existing literature fails to consider the full combination of the challenges we laid out in the previous slide. </a:t>
            </a:r>
            <a:br>
              <a:rPr lang="en-US"/>
            </a:br>
            <a:br>
              <a:rPr lang="en-US"/>
            </a:br>
            <a:r>
              <a:rPr lang="en-US"/>
              <a:t>Motivated by this gap, we formulate the initial problem studied in this work with a USV and UAV team.</a:t>
            </a:r>
            <a:endParaRPr/>
          </a:p>
        </p:txBody>
      </p:sp>
      <p:sp>
        <p:nvSpPr>
          <p:cNvPr id="87" name="Google Shape;87;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g3e64f7a63fc_0_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3" name="Google Shape;103;g3e64f7a63fc_0_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The system is modeled as a leader follower specification task. Specifically, we are coordinating a swarm of 10 drones to track a USV in a 2D environment.</a:t>
            </a:r>
            <a:endParaRPr/>
          </a:p>
          <a:p>
            <a:pPr marL="0" lvl="0" indent="0" algn="l" rtl="0">
              <a:spcBef>
                <a:spcPts val="0"/>
              </a:spcBef>
              <a:spcAft>
                <a:spcPts val="0"/>
              </a:spcAft>
              <a:buNone/>
            </a:pPr>
            <a:endParaRPr/>
          </a:p>
          <a:p>
            <a:pPr marL="0" lvl="0" indent="0" algn="l" rtl="0">
              <a:spcBef>
                <a:spcPts val="0"/>
              </a:spcBef>
              <a:spcAft>
                <a:spcPts val="0"/>
              </a:spcAft>
              <a:buNone/>
            </a:pPr>
            <a:r>
              <a:rPr lang="en-US"/>
              <a:t>Each drone operates on a velocity control model and the positions are updated at 20Hz</a:t>
            </a:r>
            <a:endParaRPr/>
          </a:p>
          <a:p>
            <a:pPr marL="0" lvl="0" indent="0" algn="l" rtl="0">
              <a:spcBef>
                <a:spcPts val="0"/>
              </a:spcBef>
              <a:spcAft>
                <a:spcPts val="0"/>
              </a:spcAft>
              <a:buNone/>
            </a:pPr>
            <a:endParaRPr/>
          </a:p>
          <a:p>
            <a:pPr marL="0" lvl="0" indent="0" algn="l" rtl="0">
              <a:spcBef>
                <a:spcPts val="0"/>
              </a:spcBef>
              <a:spcAft>
                <a:spcPts val="0"/>
              </a:spcAft>
              <a:buNone/>
            </a:pPr>
            <a:r>
              <a:rPr lang="en-US"/>
              <a:t>The USV moves autonomously in a continuous circular path and the objective is is to implement a consensus tracking algorithm where the drones adjust their control inputs to successfully follow the USV’s trajectory</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Google Shape;109;g3e64f7a63fc_0_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0" name="Google Shape;110;g3e64f7a63fc_0_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What makes the problem challenging is that the intra-drone communication links can drop randomly at a rate sigma(t). This leads to a time varying network that captures link failures.</a:t>
            </a:r>
            <a:endParaRPr/>
          </a:p>
          <a:p>
            <a:pPr marL="0" lvl="0" indent="0" algn="l" rtl="0">
              <a:spcBef>
                <a:spcPts val="0"/>
              </a:spcBef>
              <a:spcAft>
                <a:spcPts val="0"/>
              </a:spcAft>
              <a:buNone/>
            </a:pPr>
            <a:endParaRPr/>
          </a:p>
          <a:p>
            <a:pPr marL="0" lvl="0" indent="0" algn="l" rtl="0">
              <a:spcBef>
                <a:spcPts val="0"/>
              </a:spcBef>
              <a:spcAft>
                <a:spcPts val="0"/>
              </a:spcAft>
              <a:buNone/>
            </a:pPr>
            <a:r>
              <a:rPr lang="en-US"/>
              <a:t>In our case, the edges are dropped with a probability of 0.4</a:t>
            </a:r>
            <a:endParaRPr/>
          </a:p>
          <a:p>
            <a:pPr marL="0" lvl="0" indent="0" algn="l" rtl="0">
              <a:spcBef>
                <a:spcPts val="0"/>
              </a:spcBef>
              <a:spcAft>
                <a:spcPts val="0"/>
              </a:spcAft>
              <a:buNone/>
            </a:pPr>
            <a:endParaRPr/>
          </a:p>
          <a:p>
            <a:pPr marL="0" lvl="0" indent="0" algn="l" rtl="0">
              <a:spcBef>
                <a:spcPts val="0"/>
              </a:spcBef>
              <a:spcAft>
                <a:spcPts val="0"/>
              </a:spcAft>
              <a:buNone/>
            </a:pPr>
            <a:r>
              <a:rPr lang="en-US"/>
              <a:t>Additionally, only three drones out of the ten have a direct access to the USV’s true location at all times</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
        <p:cNvGrpSpPr/>
        <p:nvPr/>
      </p:nvGrpSpPr>
      <p:grpSpPr>
        <a:xfrm>
          <a:off x="0" y="0"/>
          <a:ext cx="0" cy="0"/>
          <a:chOff x="0" y="0"/>
          <a:chExt cx="0" cy="0"/>
        </a:xfrm>
      </p:grpSpPr>
      <p:sp>
        <p:nvSpPr>
          <p:cNvPr id="120" name="Google Shape;120;g3e64f7a63fc_0_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1" name="Google Shape;121;g3e64f7a63fc_0_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The baseline objective function consists of two parts:</a:t>
            </a:r>
            <a:endParaRPr/>
          </a:p>
          <a:p>
            <a:pPr marL="457200" lvl="0" indent="-298450" algn="l" rtl="0">
              <a:spcBef>
                <a:spcPts val="0"/>
              </a:spcBef>
              <a:spcAft>
                <a:spcPts val="0"/>
              </a:spcAft>
              <a:buSzPts val="1100"/>
              <a:buAutoNum type="arabicPeriod"/>
            </a:pPr>
            <a:r>
              <a:rPr lang="en-US"/>
              <a:t>The first objective is to minimize the intradrone disagreement </a:t>
            </a:r>
            <a:endParaRPr/>
          </a:p>
          <a:p>
            <a:pPr marL="457200" lvl="0" indent="-298450" algn="l" rtl="0">
              <a:spcBef>
                <a:spcPts val="0"/>
              </a:spcBef>
              <a:spcAft>
                <a:spcPts val="0"/>
              </a:spcAft>
              <a:buSzPts val="1100"/>
              <a:buAutoNum type="arabicPeriod"/>
            </a:pPr>
            <a:r>
              <a:rPr lang="en-US"/>
              <a:t>The second objective is to minimize the disagreement between the positions of the pinned drones and the USV’s known location</a:t>
            </a:r>
            <a:endParaRPr/>
          </a:p>
          <a:p>
            <a:pPr marL="0" lvl="0" indent="0" algn="l" rtl="0">
              <a:spcBef>
                <a:spcPts val="0"/>
              </a:spcBef>
              <a:spcAft>
                <a:spcPts val="0"/>
              </a:spcAft>
              <a:buNone/>
            </a:pPr>
            <a:endParaRPr/>
          </a:p>
          <a:p>
            <a:pPr marL="0" lvl="0" indent="0" algn="l" rtl="0">
              <a:spcBef>
                <a:spcPts val="0"/>
              </a:spcBef>
              <a:spcAft>
                <a:spcPts val="0"/>
              </a:spcAft>
              <a:buNone/>
            </a:pPr>
            <a:r>
              <a:rPr lang="en-US"/>
              <a:t>Together, they define the error in the system at time t and can be converted to a control input using a proportional gain k (which we set to 1.5 in our system)</a:t>
            </a:r>
            <a:endParaRPr/>
          </a:p>
          <a:p>
            <a:pPr marL="0" lvl="0" indent="0" algn="l" rtl="0">
              <a:spcBef>
                <a:spcPts val="0"/>
              </a:spcBef>
              <a:spcAft>
                <a:spcPts val="0"/>
              </a:spcAft>
              <a:buNone/>
            </a:pPr>
            <a:endParaRPr/>
          </a:p>
          <a:p>
            <a:pPr marL="0" lvl="0" indent="0" algn="l" rtl="0">
              <a:spcBef>
                <a:spcPts val="0"/>
              </a:spcBef>
              <a:spcAft>
                <a:spcPts val="0"/>
              </a:spcAft>
              <a:buNone/>
            </a:pPr>
            <a:r>
              <a:rPr lang="en-US"/>
              <a:t>The , hence, can be described as the disagreement between the control input at time t and the USV’s nominal velocity, v0(t).</a:t>
            </a:r>
            <a:br>
              <a:rPr lang="en-US"/>
            </a:br>
            <a:br>
              <a:rPr lang="en-US"/>
            </a:br>
            <a:r>
              <a:rPr lang="en-US"/>
              <a:t>What this implies is that even if the network topology were to remain stable, there will always be a steady state offset between the drone’s and the USV due to the continuous disturbances in the USV’s trajectory (v</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p:cNvGrpSpPr/>
        <p:nvPr/>
      </p:nvGrpSpPr>
      <p:grpSpPr>
        <a:xfrm>
          <a:off x="0" y="0"/>
          <a:ext cx="0" cy="0"/>
          <a:chOff x="0" y="0"/>
          <a:chExt cx="0" cy="0"/>
        </a:xfrm>
      </p:grpSpPr>
      <p:sp>
        <p:nvSpPr>
          <p:cNvPr id="132" name="Google Shape;132;g3d9a759da9a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3" name="Google Shape;133;g3d9a759da9a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The baseline objective function consists of two parts:</a:t>
            </a:r>
            <a:endParaRPr/>
          </a:p>
          <a:p>
            <a:pPr marL="457200" lvl="0" indent="-298450" algn="l" rtl="0">
              <a:spcBef>
                <a:spcPts val="0"/>
              </a:spcBef>
              <a:spcAft>
                <a:spcPts val="0"/>
              </a:spcAft>
              <a:buSzPts val="1100"/>
              <a:buAutoNum type="arabicPeriod"/>
            </a:pPr>
            <a:r>
              <a:rPr lang="en-US"/>
              <a:t>The first objective is to minimize the intradrone disagreement </a:t>
            </a:r>
            <a:endParaRPr/>
          </a:p>
          <a:p>
            <a:pPr marL="457200" lvl="0" indent="-298450" algn="l" rtl="0">
              <a:spcBef>
                <a:spcPts val="0"/>
              </a:spcBef>
              <a:spcAft>
                <a:spcPts val="0"/>
              </a:spcAft>
              <a:buSzPts val="1100"/>
              <a:buAutoNum type="arabicPeriod"/>
            </a:pPr>
            <a:r>
              <a:rPr lang="en-US"/>
              <a:t>The second objective is to minimize the disagreement between the positions of the pinned drones and the USV’s known location</a:t>
            </a:r>
            <a:endParaRPr/>
          </a:p>
          <a:p>
            <a:pPr marL="0" lvl="0" indent="0" algn="l" rtl="0">
              <a:spcBef>
                <a:spcPts val="0"/>
              </a:spcBef>
              <a:spcAft>
                <a:spcPts val="0"/>
              </a:spcAft>
              <a:buNone/>
            </a:pPr>
            <a:endParaRPr/>
          </a:p>
          <a:p>
            <a:pPr marL="0" lvl="0" indent="0" algn="l" rtl="0">
              <a:spcBef>
                <a:spcPts val="0"/>
              </a:spcBef>
              <a:spcAft>
                <a:spcPts val="0"/>
              </a:spcAft>
              <a:buNone/>
            </a:pPr>
            <a:r>
              <a:rPr lang="en-US"/>
              <a:t>Minimizing this equation would bring all the drones together, and also bring the drones closer to the USV.</a:t>
            </a:r>
            <a:endParaRPr/>
          </a:p>
          <a:p>
            <a:pPr marL="0" lvl="0" indent="0" algn="l" rtl="0">
              <a:spcBef>
                <a:spcPts val="0"/>
              </a:spcBef>
              <a:spcAft>
                <a:spcPts val="0"/>
              </a:spcAft>
              <a:buNone/>
            </a:pPr>
            <a:endParaRPr/>
          </a:p>
          <a:p>
            <a:pPr marL="0" lvl="0" indent="0" algn="l" rtl="0">
              <a:spcBef>
                <a:spcPts val="0"/>
              </a:spcBef>
              <a:spcAft>
                <a:spcPts val="0"/>
              </a:spcAft>
              <a:buNone/>
            </a:pPr>
            <a:r>
              <a:rPr lang="en-US"/>
              <a:t>However, the USV itself is moving which adds a steady state offset in the system, which means the drones will always lag behind the target.</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5"/>
        <p:cNvGrpSpPr/>
        <p:nvPr/>
      </p:nvGrpSpPr>
      <p:grpSpPr>
        <a:xfrm>
          <a:off x="0" y="0"/>
          <a:ext cx="0" cy="0"/>
          <a:chOff x="0" y="0"/>
          <a:chExt cx="0" cy="0"/>
        </a:xfrm>
      </p:grpSpPr>
      <p:sp>
        <p:nvSpPr>
          <p:cNvPr id="146" name="Google Shape;146;g3e64f7a63fc_0_4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7" name="Google Shape;147;g3e64f7a63fc_0_4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7"/>
        <p:cNvGrpSpPr/>
        <p:nvPr/>
      </p:nvGrpSpPr>
      <p:grpSpPr>
        <a:xfrm>
          <a:off x="0" y="0"/>
          <a:ext cx="0" cy="0"/>
          <a:chOff x="0" y="0"/>
          <a:chExt cx="0" cy="0"/>
        </a:xfrm>
      </p:grpSpPr>
      <p:sp>
        <p:nvSpPr>
          <p:cNvPr id="158" name="Google Shape;158;g3d9a759da9a_0_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9" name="Google Shape;159;g3d9a759da9a_0_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To close this steady-state offset, we use a feedforward compensation. Under the assumption that the exact leader velocity is known to all drones (this can be something that is agreed upon before the UAVs are deployed), we add a correction term to the controller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3"/>
        <p:cNvGrpSpPr/>
        <p:nvPr/>
      </p:nvGrpSpPr>
      <p:grpSpPr>
        <a:xfrm>
          <a:off x="0" y="0"/>
          <a:ext cx="0" cy="0"/>
          <a:chOff x="0" y="0"/>
          <a:chExt cx="0" cy="0"/>
        </a:xfrm>
      </p:grpSpPr>
      <p:sp>
        <p:nvSpPr>
          <p:cNvPr id="174" name="Google Shape;174;g3e64f7a63fc_0_5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5" name="Google Shape;175;g3e64f7a63fc_0_5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While the control strategies described on the previous slides are quite simple, they actually encode some quite useful properties and exhibit robustness to the disturbances we mentioned earlier.</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When the communication between the UAVs is represented as a graph, any communication dropouts between the UAVs is represented as a change in this </a:t>
            </a:r>
            <a:r>
              <a:rPr lang="en-US"/>
              <a:t>graph via </a:t>
            </a:r>
            <a:r>
              <a:rPr lang="en-US" dirty="0"/>
              <a:t>a severed connection.</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However, because of the nature of the proposed controller, even if the connections can change with time, so long as the union of communication graphs over some period of time T forms a directed spanning tree that is rooted at an agent that is “pinned” (or in other words an agent that can see the USV), the swarm is guaranteed to converge. </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When communication dropouts do occur, agents can lose the relative-state data; however, as soon as communication links recover, this information can propagate through the network again.</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Thus, once again, as long as the graph forms a directed spanning tree over some window of time T, all necessary information can be communicated among the network, and the controllers are able to achieve their goals of the drones grouping together and tracking the USV.</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0"/>
        <p:cNvGrpSpPr/>
        <p:nvPr/>
      </p:nvGrpSpPr>
      <p:grpSpPr>
        <a:xfrm>
          <a:off x="0" y="0"/>
          <a:ext cx="0" cy="0"/>
          <a:chOff x="0" y="0"/>
          <a:chExt cx="0" cy="0"/>
        </a:xfrm>
      </p:grpSpPr>
      <p:sp>
        <p:nvSpPr>
          <p:cNvPr id="181" name="Google Shape;181;g3e64f7a63fc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2" name="Google Shape;182;g3e64f7a63fc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Here, we can see the the results of our controller.</a:t>
            </a:r>
            <a:endParaRPr/>
          </a:p>
          <a:p>
            <a:pPr marL="0" lvl="0" indent="0" algn="l" rtl="0">
              <a:spcBef>
                <a:spcPts val="0"/>
              </a:spcBef>
              <a:spcAft>
                <a:spcPts val="0"/>
              </a:spcAft>
              <a:buNone/>
            </a:pPr>
            <a:endParaRPr/>
          </a:p>
          <a:p>
            <a:pPr marL="0" lvl="0" indent="0" algn="l" rtl="0">
              <a:spcBef>
                <a:spcPts val="0"/>
              </a:spcBef>
              <a:spcAft>
                <a:spcPts val="0"/>
              </a:spcAft>
              <a:buNone/>
            </a:pPr>
            <a:r>
              <a:rPr lang="en-US"/>
              <a:t>As we established, we can see that the drones are driven to group together (enforced by the intradrone distance minimization portion of the objective), and because a subset of the drones in the system are capable of and attempting to track the USV’s position, the entire group follows.</a:t>
            </a:r>
            <a:endParaRPr/>
          </a:p>
          <a:p>
            <a:pPr marL="0" lvl="0" indent="0" algn="l" rtl="0">
              <a:spcBef>
                <a:spcPts val="0"/>
              </a:spcBef>
              <a:spcAft>
                <a:spcPts val="0"/>
              </a:spcAft>
              <a:buNone/>
            </a:pPr>
            <a:endParaRPr/>
          </a:p>
          <a:p>
            <a:pPr marL="0" lvl="0" indent="0" algn="l" rtl="0">
              <a:spcBef>
                <a:spcPts val="0"/>
              </a:spcBef>
              <a:spcAft>
                <a:spcPts val="0"/>
              </a:spcAft>
              <a:buNone/>
            </a:pPr>
            <a:r>
              <a:rPr lang="en-US"/>
              <a:t>In the baseline, while the drones all achieve a consensus and group together… without the feedforward term, they end up lagging behind the USV as a group, as we theorized earlier. Now, when the feedforward term is included, the group is able to compensate for the motion of the USV and succesfully rendezvous.</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0"/>
        <p:cNvGrpSpPr/>
        <p:nvPr/>
      </p:nvGrpSpPr>
      <p:grpSpPr>
        <a:xfrm>
          <a:off x="0" y="0"/>
          <a:ext cx="0" cy="0"/>
          <a:chOff x="0" y="0"/>
          <a:chExt cx="0" cy="0"/>
        </a:xfrm>
      </p:grpSpPr>
      <p:sp>
        <p:nvSpPr>
          <p:cNvPr id="191" name="Google Shape;191;g3e64f7a63fc_1_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2" name="Google Shape;192;g3e64f7a63fc_1_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Further, we can see that because the feedforward term is propagated through the group, the terminal spread of the group is lower, and convergence is achieved.</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9"/>
        <p:cNvGrpSpPr/>
        <p:nvPr/>
      </p:nvGrpSpPr>
      <p:grpSpPr>
        <a:xfrm>
          <a:off x="0" y="0"/>
          <a:ext cx="0" cy="0"/>
          <a:chOff x="0" y="0"/>
          <a:chExt cx="0" cy="0"/>
        </a:xfrm>
      </p:grpSpPr>
      <p:sp>
        <p:nvSpPr>
          <p:cNvPr id="200" name="Google Shape;200;g3e64f7a63fc_0_7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1" name="Google Shape;201;g3e64f7a63fc_0_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In sum, our controller and associated results show that the we’re resilient to communication dropouts and are capable of compensating for a moving target.</a:t>
            </a:r>
            <a:endParaRPr/>
          </a:p>
          <a:p>
            <a:pPr marL="0" lvl="0" indent="0" algn="l" rtl="0">
              <a:spcBef>
                <a:spcPts val="0"/>
              </a:spcBef>
              <a:spcAft>
                <a:spcPts val="0"/>
              </a:spcAft>
              <a:buNone/>
            </a:pPr>
            <a:endParaRPr/>
          </a:p>
          <a:p>
            <a:pPr marL="0" lvl="0" indent="0" algn="l" rtl="0">
              <a:spcBef>
                <a:spcPts val="0"/>
              </a:spcBef>
              <a:spcAft>
                <a:spcPts val="0"/>
              </a:spcAft>
              <a:buNone/>
            </a:pPr>
            <a:r>
              <a:rPr lang="en-US"/>
              <a:t>Through the inclusion of the feedforward term, we’re able to significantly reduce the positional error as well.</a:t>
            </a:r>
            <a:endParaRPr/>
          </a:p>
          <a:p>
            <a:pPr marL="0" lvl="0" indent="0" algn="l" rtl="0">
              <a:spcBef>
                <a:spcPts val="0"/>
              </a:spcBef>
              <a:spcAft>
                <a:spcPts val="0"/>
              </a:spcAft>
              <a:buNone/>
            </a:pPr>
            <a:endParaRPr/>
          </a:p>
          <a:p>
            <a:pPr marL="0" lvl="0" indent="0" algn="l" rtl="0">
              <a:spcBef>
                <a:spcPts val="0"/>
              </a:spcBef>
              <a:spcAft>
                <a:spcPts val="0"/>
              </a:spcAft>
              <a:buNone/>
            </a:pPr>
            <a:endParaRPr/>
          </a:p>
          <a:p>
            <a:pPr marL="0" lvl="0" indent="0" algn="l" rtl="0">
              <a:spcBef>
                <a:spcPts val="0"/>
              </a:spcBef>
              <a:spcAft>
                <a:spcPts val="0"/>
              </a:spcAft>
              <a:buNone/>
            </a:pPr>
            <a:r>
              <a:rPr lang="en-US"/>
              <a:t>That being said, the assumptions made in this work represent a simplified first step. Moving forward, we would seek to scale this simulation and implementation beyond the current 10pdrone limit.</a:t>
            </a:r>
            <a:endParaRPr/>
          </a:p>
          <a:p>
            <a:pPr marL="0" lvl="0" indent="0" algn="l" rtl="0">
              <a:spcBef>
                <a:spcPts val="0"/>
              </a:spcBef>
              <a:spcAft>
                <a:spcPts val="0"/>
              </a:spcAft>
              <a:buNone/>
            </a:pPr>
            <a:endParaRPr/>
          </a:p>
          <a:p>
            <a:pPr marL="0" lvl="0" indent="0" algn="l" rtl="0">
              <a:spcBef>
                <a:spcPts val="0"/>
              </a:spcBef>
              <a:spcAft>
                <a:spcPts val="0"/>
              </a:spcAft>
              <a:buNone/>
            </a:pPr>
            <a:r>
              <a:rPr lang="en-US"/>
              <a:t>We further assume that the failure rates and USV velocities are known in this work. Moving forward, we could seek to improve our controller to be robust to uncertainties in those failures/disturbances.</a:t>
            </a:r>
            <a:endParaRPr/>
          </a:p>
          <a:p>
            <a:pPr marL="0" lvl="0" indent="0" algn="l" rtl="0">
              <a:spcBef>
                <a:spcPts val="0"/>
              </a:spcBef>
              <a:spcAft>
                <a:spcPts val="0"/>
              </a:spcAft>
              <a:buNone/>
            </a:pPr>
            <a:endParaRPr/>
          </a:p>
          <a:p>
            <a:pPr marL="0" lvl="0" indent="0" algn="l" rtl="0">
              <a:spcBef>
                <a:spcPts val="0"/>
              </a:spcBef>
              <a:spcAft>
                <a:spcPts val="0"/>
              </a:spcAft>
              <a:buNone/>
            </a:pPr>
            <a:r>
              <a:rPr lang="en-US"/>
              <a:t>Finally, we would liek to stress-test the system to find the exact failure thresholds. In other words, we would like to see just how much communication can drop out and how severe disturbances can be before the controller fails to converge.</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6"/>
        <p:cNvGrpSpPr/>
        <p:nvPr/>
      </p:nvGrpSpPr>
      <p:grpSpPr>
        <a:xfrm>
          <a:off x="0" y="0"/>
          <a:ext cx="0" cy="0"/>
          <a:chOff x="0" y="0"/>
          <a:chExt cx="0" cy="0"/>
        </a:xfrm>
      </p:grpSpPr>
      <p:sp>
        <p:nvSpPr>
          <p:cNvPr id="207" name="Google Shape;207;g3e64f7a63fc_0_8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8" name="Google Shape;208;g3e64f7a63fc_0_8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a:t>To recap, our contribution consists of a leader-following consensus model that is capable of handling heterogeneous marine-aerial swarms and solves the rendezvous problem under communication dropouts and disturabances.</a:t>
            </a:r>
            <a:endParaRPr/>
          </a:p>
          <a:p>
            <a:pPr marL="0" lvl="0" indent="0" algn="l" rtl="0">
              <a:spcBef>
                <a:spcPts val="0"/>
              </a:spcBef>
              <a:spcAft>
                <a:spcPts val="0"/>
              </a:spcAft>
              <a:buNone/>
            </a:pPr>
            <a:endParaRPr/>
          </a:p>
          <a:p>
            <a:pPr marL="0" lvl="0" indent="0" algn="l" rtl="0">
              <a:spcBef>
                <a:spcPts val="0"/>
              </a:spcBef>
              <a:spcAft>
                <a:spcPts val="0"/>
              </a:spcAft>
              <a:buNone/>
            </a:pPr>
            <a:r>
              <a:rPr lang="en-US"/>
              <a:t>We were able to show that rendezvous is possible, even when the communication topology changes with time.</a:t>
            </a:r>
            <a:endParaRPr/>
          </a:p>
          <a:p>
            <a:pPr marL="0" lvl="0" indent="0" algn="l" rtl="0">
              <a:spcBef>
                <a:spcPts val="0"/>
              </a:spcBef>
              <a:spcAft>
                <a:spcPts val="0"/>
              </a:spcAft>
              <a:buNone/>
            </a:pPr>
            <a:endParaRPr/>
          </a:p>
          <a:p>
            <a:pPr marL="0" lvl="0" indent="0" algn="l" rtl="0">
              <a:spcBef>
                <a:spcPts val="0"/>
              </a:spcBef>
              <a:spcAft>
                <a:spcPts val="0"/>
              </a:spcAft>
              <a:buNone/>
            </a:pPr>
            <a:r>
              <a:rPr lang="en-US"/>
              <a:t>In addition to the improvements discussed on the previous slide, we would also be interested in incorporating higher-order dynamics, making the controller more robust to disturbances and varied USV path, and integrating the notion of persistence into rendezvous (looking at how energy can dictate decision-making and modify the consensus protocol).</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sp>
        <p:nvSpPr>
          <p:cNvPr id="9" name="Google Shape;9;p42"/>
          <p:cNvSpPr txBox="1">
            <a:spLocks noGrp="1"/>
          </p:cNvSpPr>
          <p:nvPr>
            <p:ph type="ctrTitle"/>
          </p:nvPr>
        </p:nvSpPr>
        <p:spPr>
          <a:xfrm>
            <a:off x="311708" y="744575"/>
            <a:ext cx="8520600" cy="2052600"/>
          </a:xfrm>
          <a:prstGeom prst="rect">
            <a:avLst/>
          </a:prstGeom>
          <a:noFill/>
          <a:ln>
            <a:noFill/>
          </a:ln>
        </p:spPr>
        <p:txBody>
          <a:bodyPr spcFirstLastPara="1" wrap="square" lIns="91425" tIns="91425" rIns="91425" bIns="91425" anchor="b" anchorCtr="0">
            <a:normAutofit/>
          </a:bodyPr>
          <a:lstStyle>
            <a:lvl1pPr marR="0" lvl="0" algn="ctr" rtl="0">
              <a:lnSpc>
                <a:spcPct val="90000"/>
              </a:lnSpc>
              <a:spcBef>
                <a:spcPts val="0"/>
              </a:spcBef>
              <a:spcAft>
                <a:spcPts val="0"/>
              </a:spcAft>
              <a:buClr>
                <a:schemeClr val="lt1"/>
              </a:buClr>
              <a:buSzPts val="5200"/>
              <a:buFont typeface="Calibri"/>
              <a:buNone/>
              <a:defRPr sz="5200" b="1" i="0" u="none" strike="noStrike" cap="none">
                <a:solidFill>
                  <a:schemeClr val="lt1"/>
                </a:solidFill>
                <a:latin typeface="Calibri"/>
                <a:ea typeface="Calibri"/>
                <a:cs typeface="Calibri"/>
                <a:sym typeface="Calibri"/>
              </a:defRPr>
            </a:lvl1pPr>
            <a:lvl2pPr marR="0" lvl="1" algn="ctr" rtl="0">
              <a:lnSpc>
                <a:spcPct val="100000"/>
              </a:lnSpc>
              <a:spcBef>
                <a:spcPts val="0"/>
              </a:spcBef>
              <a:spcAft>
                <a:spcPts val="0"/>
              </a:spcAft>
              <a:buClr>
                <a:srgbClr val="000000"/>
              </a:buClr>
              <a:buSzPts val="5200"/>
              <a:buFont typeface="Arial"/>
              <a:buNone/>
              <a:defRPr sz="5200" b="0" i="0" u="none" strike="noStrike" cap="none">
                <a:solidFill>
                  <a:srgbClr val="000000"/>
                </a:solidFill>
                <a:latin typeface="Arial"/>
                <a:ea typeface="Arial"/>
                <a:cs typeface="Arial"/>
                <a:sym typeface="Arial"/>
              </a:defRPr>
            </a:lvl2pPr>
            <a:lvl3pPr marR="0" lvl="2" algn="ctr" rtl="0">
              <a:lnSpc>
                <a:spcPct val="100000"/>
              </a:lnSpc>
              <a:spcBef>
                <a:spcPts val="0"/>
              </a:spcBef>
              <a:spcAft>
                <a:spcPts val="0"/>
              </a:spcAft>
              <a:buClr>
                <a:srgbClr val="000000"/>
              </a:buClr>
              <a:buSzPts val="5200"/>
              <a:buFont typeface="Arial"/>
              <a:buNone/>
              <a:defRPr sz="5200" b="0" i="0" u="none" strike="noStrike" cap="none">
                <a:solidFill>
                  <a:srgbClr val="000000"/>
                </a:solidFill>
                <a:latin typeface="Arial"/>
                <a:ea typeface="Arial"/>
                <a:cs typeface="Arial"/>
                <a:sym typeface="Arial"/>
              </a:defRPr>
            </a:lvl3pPr>
            <a:lvl4pPr marR="0" lvl="3" algn="ctr" rtl="0">
              <a:lnSpc>
                <a:spcPct val="100000"/>
              </a:lnSpc>
              <a:spcBef>
                <a:spcPts val="0"/>
              </a:spcBef>
              <a:spcAft>
                <a:spcPts val="0"/>
              </a:spcAft>
              <a:buClr>
                <a:srgbClr val="000000"/>
              </a:buClr>
              <a:buSzPts val="5200"/>
              <a:buFont typeface="Arial"/>
              <a:buNone/>
              <a:defRPr sz="5200" b="0" i="0" u="none" strike="noStrike" cap="none">
                <a:solidFill>
                  <a:srgbClr val="000000"/>
                </a:solidFill>
                <a:latin typeface="Arial"/>
                <a:ea typeface="Arial"/>
                <a:cs typeface="Arial"/>
                <a:sym typeface="Arial"/>
              </a:defRPr>
            </a:lvl4pPr>
            <a:lvl5pPr marR="0" lvl="4" algn="ctr" rtl="0">
              <a:lnSpc>
                <a:spcPct val="100000"/>
              </a:lnSpc>
              <a:spcBef>
                <a:spcPts val="0"/>
              </a:spcBef>
              <a:spcAft>
                <a:spcPts val="0"/>
              </a:spcAft>
              <a:buClr>
                <a:srgbClr val="000000"/>
              </a:buClr>
              <a:buSzPts val="5200"/>
              <a:buFont typeface="Arial"/>
              <a:buNone/>
              <a:defRPr sz="5200" b="0" i="0" u="none" strike="noStrike" cap="none">
                <a:solidFill>
                  <a:srgbClr val="000000"/>
                </a:solidFill>
                <a:latin typeface="Arial"/>
                <a:ea typeface="Arial"/>
                <a:cs typeface="Arial"/>
                <a:sym typeface="Arial"/>
              </a:defRPr>
            </a:lvl5pPr>
            <a:lvl6pPr marR="0" lvl="5" algn="ctr" rtl="0">
              <a:lnSpc>
                <a:spcPct val="100000"/>
              </a:lnSpc>
              <a:spcBef>
                <a:spcPts val="0"/>
              </a:spcBef>
              <a:spcAft>
                <a:spcPts val="0"/>
              </a:spcAft>
              <a:buClr>
                <a:srgbClr val="000000"/>
              </a:buClr>
              <a:buSzPts val="5200"/>
              <a:buFont typeface="Arial"/>
              <a:buNone/>
              <a:defRPr sz="5200" b="0" i="0" u="none" strike="noStrike" cap="none">
                <a:solidFill>
                  <a:srgbClr val="000000"/>
                </a:solidFill>
                <a:latin typeface="Arial"/>
                <a:ea typeface="Arial"/>
                <a:cs typeface="Arial"/>
                <a:sym typeface="Arial"/>
              </a:defRPr>
            </a:lvl6pPr>
            <a:lvl7pPr marR="0" lvl="6" algn="ctr" rtl="0">
              <a:lnSpc>
                <a:spcPct val="100000"/>
              </a:lnSpc>
              <a:spcBef>
                <a:spcPts val="0"/>
              </a:spcBef>
              <a:spcAft>
                <a:spcPts val="0"/>
              </a:spcAft>
              <a:buClr>
                <a:srgbClr val="000000"/>
              </a:buClr>
              <a:buSzPts val="5200"/>
              <a:buFont typeface="Arial"/>
              <a:buNone/>
              <a:defRPr sz="5200" b="0" i="0" u="none" strike="noStrike" cap="none">
                <a:solidFill>
                  <a:srgbClr val="000000"/>
                </a:solidFill>
                <a:latin typeface="Arial"/>
                <a:ea typeface="Arial"/>
                <a:cs typeface="Arial"/>
                <a:sym typeface="Arial"/>
              </a:defRPr>
            </a:lvl7pPr>
            <a:lvl8pPr marR="0" lvl="7" algn="ctr" rtl="0">
              <a:lnSpc>
                <a:spcPct val="100000"/>
              </a:lnSpc>
              <a:spcBef>
                <a:spcPts val="0"/>
              </a:spcBef>
              <a:spcAft>
                <a:spcPts val="0"/>
              </a:spcAft>
              <a:buClr>
                <a:srgbClr val="000000"/>
              </a:buClr>
              <a:buSzPts val="5200"/>
              <a:buFont typeface="Arial"/>
              <a:buNone/>
              <a:defRPr sz="5200" b="0" i="0" u="none" strike="noStrike" cap="none">
                <a:solidFill>
                  <a:srgbClr val="000000"/>
                </a:solidFill>
                <a:latin typeface="Arial"/>
                <a:ea typeface="Arial"/>
                <a:cs typeface="Arial"/>
                <a:sym typeface="Arial"/>
              </a:defRPr>
            </a:lvl8pPr>
            <a:lvl9pPr marR="0" lvl="8" algn="ctr" rtl="0">
              <a:lnSpc>
                <a:spcPct val="100000"/>
              </a:lnSpc>
              <a:spcBef>
                <a:spcPts val="0"/>
              </a:spcBef>
              <a:spcAft>
                <a:spcPts val="0"/>
              </a:spcAft>
              <a:buClr>
                <a:srgbClr val="000000"/>
              </a:buClr>
              <a:buSzPts val="5200"/>
              <a:buFont typeface="Arial"/>
              <a:buNone/>
              <a:defRPr sz="5200" b="0" i="0" u="none" strike="noStrike" cap="none">
                <a:solidFill>
                  <a:srgbClr val="000000"/>
                </a:solidFill>
                <a:latin typeface="Arial"/>
                <a:ea typeface="Arial"/>
                <a:cs typeface="Arial"/>
                <a:sym typeface="Arial"/>
              </a:defRPr>
            </a:lvl9pPr>
          </a:lstStyle>
          <a:p>
            <a:endParaRPr/>
          </a:p>
        </p:txBody>
      </p:sp>
      <p:sp>
        <p:nvSpPr>
          <p:cNvPr id="10" name="Google Shape;10;p42"/>
          <p:cNvSpPr txBox="1">
            <a:spLocks noGrp="1"/>
          </p:cNvSpPr>
          <p:nvPr>
            <p:ph type="subTitle" idx="1"/>
          </p:nvPr>
        </p:nvSpPr>
        <p:spPr>
          <a:xfrm>
            <a:off x="311700" y="2834125"/>
            <a:ext cx="8520600" cy="792600"/>
          </a:xfrm>
          <a:prstGeom prst="rect">
            <a:avLst/>
          </a:prstGeom>
          <a:noFill/>
          <a:ln>
            <a:noFill/>
          </a:ln>
        </p:spPr>
        <p:txBody>
          <a:bodyPr spcFirstLastPara="1" wrap="square" lIns="91425" tIns="91425" rIns="91425" bIns="91425" anchor="t" anchorCtr="0">
            <a:normAutofit/>
          </a:bodyPr>
          <a:lstStyle>
            <a:lvl1pPr marR="0" lvl="0" algn="ctr" rtl="0">
              <a:lnSpc>
                <a:spcPct val="100000"/>
              </a:lnSpc>
              <a:spcBef>
                <a:spcPts val="0"/>
              </a:spcBef>
              <a:spcAft>
                <a:spcPts val="0"/>
              </a:spcAft>
              <a:buClr>
                <a:schemeClr val="lt1"/>
              </a:buClr>
              <a:buSzPts val="2800"/>
              <a:buFont typeface="Arial"/>
              <a:buNone/>
              <a:defRPr sz="2800" b="0" i="0" u="none" strike="noStrike" cap="none">
                <a:solidFill>
                  <a:schemeClr val="lt1"/>
                </a:solidFill>
                <a:latin typeface="Calibri"/>
                <a:ea typeface="Calibri"/>
                <a:cs typeface="Calibri"/>
                <a:sym typeface="Calibri"/>
              </a:defRPr>
            </a:lvl1pPr>
            <a:lvl2pPr marR="0" lvl="1" algn="ctr"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Calibri"/>
                <a:ea typeface="Calibri"/>
                <a:cs typeface="Calibri"/>
                <a:sym typeface="Calibri"/>
              </a:defRPr>
            </a:lvl2pPr>
            <a:lvl3pPr marR="0" lvl="2" algn="ctr"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Calibri"/>
                <a:ea typeface="Calibri"/>
                <a:cs typeface="Calibri"/>
                <a:sym typeface="Calibri"/>
              </a:defRPr>
            </a:lvl3pPr>
            <a:lvl4pPr marR="0" lvl="3" algn="ctr"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Calibri"/>
                <a:ea typeface="Calibri"/>
                <a:cs typeface="Calibri"/>
                <a:sym typeface="Calibri"/>
              </a:defRPr>
            </a:lvl4pPr>
            <a:lvl5pPr marR="0" lvl="4" algn="ctr"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Calibri"/>
                <a:ea typeface="Calibri"/>
                <a:cs typeface="Calibri"/>
                <a:sym typeface="Calibri"/>
              </a:defRPr>
            </a:lvl5pPr>
            <a:lvl6pPr marR="0" lvl="5" algn="ctr"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Calibri"/>
                <a:ea typeface="Calibri"/>
                <a:cs typeface="Calibri"/>
                <a:sym typeface="Calibri"/>
              </a:defRPr>
            </a:lvl6pPr>
            <a:lvl7pPr marR="0" lvl="6" algn="ctr"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Calibri"/>
                <a:ea typeface="Calibri"/>
                <a:cs typeface="Calibri"/>
                <a:sym typeface="Calibri"/>
              </a:defRPr>
            </a:lvl7pPr>
            <a:lvl8pPr marR="0" lvl="7" algn="ctr"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Calibri"/>
                <a:ea typeface="Calibri"/>
                <a:cs typeface="Calibri"/>
                <a:sym typeface="Calibri"/>
              </a:defRPr>
            </a:lvl8pPr>
            <a:lvl9pPr marR="0" lvl="8" algn="ctr"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Calibri"/>
                <a:ea typeface="Calibri"/>
                <a:cs typeface="Calibri"/>
                <a:sym typeface="Calibri"/>
              </a:defRPr>
            </a:lvl9pPr>
          </a:lstStyle>
          <a:p>
            <a:endParaRPr/>
          </a:p>
        </p:txBody>
      </p:sp>
      <p:sp>
        <p:nvSpPr>
          <p:cNvPr id="11" name="Google Shape;11;p4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1pPr>
            <a:lvl2pPr marL="0" marR="0" lvl="1" indent="0" algn="r"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2pPr>
            <a:lvl3pPr marL="0" marR="0" lvl="2" indent="0" algn="r"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3pPr>
            <a:lvl4pPr marL="0" marR="0" lvl="3" indent="0" algn="r"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4pPr>
            <a:lvl5pPr marL="0" marR="0" lvl="4" indent="0" algn="r"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5pPr>
            <a:lvl6pPr marL="0" marR="0" lvl="5" indent="0" algn="r"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6pPr>
            <a:lvl7pPr marL="0" marR="0" lvl="6" indent="0" algn="r"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7pPr>
            <a:lvl8pPr marL="0" marR="0" lvl="7" indent="0" algn="r"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8pPr>
            <a:lvl9pPr marL="0" marR="0" lvl="8" indent="0" algn="r"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2"/>
        <p:cNvGrpSpPr/>
        <p:nvPr/>
      </p:nvGrpSpPr>
      <p:grpSpPr>
        <a:xfrm>
          <a:off x="0" y="0"/>
          <a:ext cx="0" cy="0"/>
          <a:chOff x="0" y="0"/>
          <a:chExt cx="0" cy="0"/>
        </a:xfrm>
      </p:grpSpPr>
      <p:sp>
        <p:nvSpPr>
          <p:cNvPr id="13" name="Google Shape;13;p45"/>
          <p:cNvSpPr txBox="1">
            <a:spLocks noGrp="1"/>
          </p:cNvSpPr>
          <p:nvPr>
            <p:ph type="title"/>
          </p:nvPr>
        </p:nvSpPr>
        <p:spPr>
          <a:xfrm>
            <a:off x="722313" y="3305177"/>
            <a:ext cx="7772400" cy="1021556"/>
          </a:xfrm>
          <a:prstGeom prst="rect">
            <a:avLst/>
          </a:prstGeom>
          <a:noFill/>
          <a:ln>
            <a:noFill/>
          </a:ln>
        </p:spPr>
        <p:txBody>
          <a:bodyPr spcFirstLastPara="1" wrap="square" lIns="68575" tIns="34275" rIns="68575" bIns="34275" anchor="t" anchorCtr="0">
            <a:noAutofit/>
          </a:bodyPr>
          <a:lstStyle>
            <a:lvl1pPr marR="0" lvl="0" algn="l" rtl="0">
              <a:lnSpc>
                <a:spcPct val="90000"/>
              </a:lnSpc>
              <a:spcBef>
                <a:spcPts val="0"/>
              </a:spcBef>
              <a:spcAft>
                <a:spcPts val="0"/>
              </a:spcAft>
              <a:buClr>
                <a:schemeClr val="lt1"/>
              </a:buClr>
              <a:buSzPts val="1000"/>
              <a:buFont typeface="Calibri"/>
              <a:buNone/>
              <a:defRPr sz="3000" b="1" i="0" u="none" strike="noStrike" cap="none">
                <a:solidFill>
                  <a:schemeClr val="lt1"/>
                </a:solidFill>
                <a:latin typeface="Calibri"/>
                <a:ea typeface="Calibri"/>
                <a:cs typeface="Calibri"/>
                <a:sym typeface="Calibri"/>
              </a:defRPr>
            </a:lvl1pPr>
            <a:lvl2pPr marR="0" lvl="1" algn="ctr" rtl="0">
              <a:lnSpc>
                <a:spcPct val="100000"/>
              </a:lnSpc>
              <a:spcBef>
                <a:spcPts val="0"/>
              </a:spcBef>
              <a:spcAft>
                <a:spcPts val="0"/>
              </a:spcAft>
              <a:buClr>
                <a:srgbClr val="000000"/>
              </a:buClr>
              <a:buSzPts val="1100"/>
              <a:buFont typeface="Arial"/>
              <a:buNone/>
              <a:defRPr sz="1800" b="0" i="0" u="none" strike="noStrike" cap="none">
                <a:solidFill>
                  <a:srgbClr val="000000"/>
                </a:solidFill>
                <a:latin typeface="Arial"/>
                <a:ea typeface="Arial"/>
                <a:cs typeface="Arial"/>
                <a:sym typeface="Arial"/>
              </a:defRPr>
            </a:lvl2pPr>
            <a:lvl3pPr marR="0" lvl="2" algn="ctr" rtl="0">
              <a:lnSpc>
                <a:spcPct val="100000"/>
              </a:lnSpc>
              <a:spcBef>
                <a:spcPts val="0"/>
              </a:spcBef>
              <a:spcAft>
                <a:spcPts val="0"/>
              </a:spcAft>
              <a:buClr>
                <a:srgbClr val="000000"/>
              </a:buClr>
              <a:buSzPts val="1100"/>
              <a:buFont typeface="Arial"/>
              <a:buNone/>
              <a:defRPr sz="1800" b="0" i="0" u="none" strike="noStrike" cap="none">
                <a:solidFill>
                  <a:srgbClr val="000000"/>
                </a:solidFill>
                <a:latin typeface="Arial"/>
                <a:ea typeface="Arial"/>
                <a:cs typeface="Arial"/>
                <a:sym typeface="Arial"/>
              </a:defRPr>
            </a:lvl3pPr>
            <a:lvl4pPr marR="0" lvl="3" algn="ctr" rtl="0">
              <a:lnSpc>
                <a:spcPct val="100000"/>
              </a:lnSpc>
              <a:spcBef>
                <a:spcPts val="0"/>
              </a:spcBef>
              <a:spcAft>
                <a:spcPts val="0"/>
              </a:spcAft>
              <a:buClr>
                <a:srgbClr val="000000"/>
              </a:buClr>
              <a:buSzPts val="1100"/>
              <a:buFont typeface="Arial"/>
              <a:buNone/>
              <a:defRPr sz="1800" b="0" i="0" u="none" strike="noStrike" cap="none">
                <a:solidFill>
                  <a:srgbClr val="000000"/>
                </a:solidFill>
                <a:latin typeface="Arial"/>
                <a:ea typeface="Arial"/>
                <a:cs typeface="Arial"/>
                <a:sym typeface="Arial"/>
              </a:defRPr>
            </a:lvl4pPr>
            <a:lvl5pPr marR="0" lvl="4" algn="ctr" rtl="0">
              <a:lnSpc>
                <a:spcPct val="100000"/>
              </a:lnSpc>
              <a:spcBef>
                <a:spcPts val="0"/>
              </a:spcBef>
              <a:spcAft>
                <a:spcPts val="0"/>
              </a:spcAft>
              <a:buClr>
                <a:srgbClr val="000000"/>
              </a:buClr>
              <a:buSzPts val="1100"/>
              <a:buFont typeface="Arial"/>
              <a:buNone/>
              <a:defRPr sz="1800" b="0" i="0" u="none" strike="noStrike" cap="none">
                <a:solidFill>
                  <a:srgbClr val="000000"/>
                </a:solidFill>
                <a:latin typeface="Arial"/>
                <a:ea typeface="Arial"/>
                <a:cs typeface="Arial"/>
                <a:sym typeface="Arial"/>
              </a:defRPr>
            </a:lvl5pPr>
            <a:lvl6pPr marR="0" lvl="5" algn="ctr" rtl="0">
              <a:lnSpc>
                <a:spcPct val="100000"/>
              </a:lnSpc>
              <a:spcBef>
                <a:spcPts val="0"/>
              </a:spcBef>
              <a:spcAft>
                <a:spcPts val="0"/>
              </a:spcAft>
              <a:buClr>
                <a:srgbClr val="000000"/>
              </a:buClr>
              <a:buSzPts val="1100"/>
              <a:buFont typeface="Arial"/>
              <a:buNone/>
              <a:defRPr sz="1800" b="0" i="0" u="none" strike="noStrike" cap="none">
                <a:solidFill>
                  <a:srgbClr val="000000"/>
                </a:solidFill>
                <a:latin typeface="Arial"/>
                <a:ea typeface="Arial"/>
                <a:cs typeface="Arial"/>
                <a:sym typeface="Arial"/>
              </a:defRPr>
            </a:lvl6pPr>
            <a:lvl7pPr marR="0" lvl="6" algn="ctr" rtl="0">
              <a:lnSpc>
                <a:spcPct val="100000"/>
              </a:lnSpc>
              <a:spcBef>
                <a:spcPts val="0"/>
              </a:spcBef>
              <a:spcAft>
                <a:spcPts val="0"/>
              </a:spcAft>
              <a:buClr>
                <a:srgbClr val="000000"/>
              </a:buClr>
              <a:buSzPts val="1100"/>
              <a:buFont typeface="Arial"/>
              <a:buNone/>
              <a:defRPr sz="1800" b="0" i="0" u="none" strike="noStrike" cap="none">
                <a:solidFill>
                  <a:srgbClr val="000000"/>
                </a:solidFill>
                <a:latin typeface="Arial"/>
                <a:ea typeface="Arial"/>
                <a:cs typeface="Arial"/>
                <a:sym typeface="Arial"/>
              </a:defRPr>
            </a:lvl7pPr>
            <a:lvl8pPr marR="0" lvl="7" algn="ctr" rtl="0">
              <a:lnSpc>
                <a:spcPct val="100000"/>
              </a:lnSpc>
              <a:spcBef>
                <a:spcPts val="0"/>
              </a:spcBef>
              <a:spcAft>
                <a:spcPts val="0"/>
              </a:spcAft>
              <a:buClr>
                <a:srgbClr val="000000"/>
              </a:buClr>
              <a:buSzPts val="1100"/>
              <a:buFont typeface="Arial"/>
              <a:buNone/>
              <a:defRPr sz="1800" b="0" i="0" u="none" strike="noStrike" cap="none">
                <a:solidFill>
                  <a:srgbClr val="000000"/>
                </a:solidFill>
                <a:latin typeface="Arial"/>
                <a:ea typeface="Arial"/>
                <a:cs typeface="Arial"/>
                <a:sym typeface="Arial"/>
              </a:defRPr>
            </a:lvl8pPr>
            <a:lvl9pPr marR="0" lvl="8" algn="ctr" rtl="0">
              <a:lnSpc>
                <a:spcPct val="100000"/>
              </a:lnSpc>
              <a:spcBef>
                <a:spcPts val="0"/>
              </a:spcBef>
              <a:spcAft>
                <a:spcPts val="0"/>
              </a:spcAft>
              <a:buClr>
                <a:srgbClr val="000000"/>
              </a:buClr>
              <a:buSzPts val="1100"/>
              <a:buFont typeface="Arial"/>
              <a:buNone/>
              <a:defRPr sz="1800" b="0" i="0" u="none" strike="noStrike" cap="none">
                <a:solidFill>
                  <a:srgbClr val="000000"/>
                </a:solidFill>
                <a:latin typeface="Arial"/>
                <a:ea typeface="Arial"/>
                <a:cs typeface="Arial"/>
                <a:sym typeface="Arial"/>
              </a:defRPr>
            </a:lvl9pPr>
          </a:lstStyle>
          <a:p>
            <a:endParaRPr/>
          </a:p>
        </p:txBody>
      </p:sp>
      <p:sp>
        <p:nvSpPr>
          <p:cNvPr id="14" name="Google Shape;14;p45"/>
          <p:cNvSpPr txBox="1">
            <a:spLocks noGrp="1"/>
          </p:cNvSpPr>
          <p:nvPr>
            <p:ph type="sldNum" idx="12"/>
          </p:nvPr>
        </p:nvSpPr>
        <p:spPr>
          <a:xfrm>
            <a:off x="457197" y="4776788"/>
            <a:ext cx="594000" cy="273900"/>
          </a:xfrm>
          <a:prstGeom prst="rect">
            <a:avLst/>
          </a:prstGeom>
          <a:noFill/>
          <a:ln>
            <a:noFill/>
          </a:ln>
        </p:spPr>
        <p:txBody>
          <a:bodyPr spcFirstLastPara="1" wrap="square" lIns="68575" tIns="34275" rIns="68575" bIns="34275" anchor="b" anchorCtr="0">
            <a:noAutofit/>
          </a:bodyPr>
          <a:lstStyle>
            <a:lvl1pPr marL="0" marR="0" lvl="0" indent="0" algn="r" rtl="0">
              <a:lnSpc>
                <a:spcPct val="100000"/>
              </a:lnSpc>
              <a:spcBef>
                <a:spcPts val="0"/>
              </a:spcBef>
              <a:spcAft>
                <a:spcPts val="0"/>
              </a:spcAft>
              <a:buClr>
                <a:srgbClr val="8D8D8D"/>
              </a:buClr>
              <a:buSzPts val="900"/>
              <a:buFont typeface="Calibri"/>
              <a:buNone/>
              <a:defRPr sz="900" b="0" i="0" u="none" strike="noStrike" cap="none">
                <a:solidFill>
                  <a:srgbClr val="8D8D8D"/>
                </a:solidFill>
                <a:latin typeface="Calibri"/>
                <a:ea typeface="Calibri"/>
                <a:cs typeface="Calibri"/>
                <a:sym typeface="Calibri"/>
              </a:defRPr>
            </a:lvl1pPr>
            <a:lvl2pPr marL="0" marR="0" lvl="1" indent="0" algn="r" rtl="0">
              <a:lnSpc>
                <a:spcPct val="100000"/>
              </a:lnSpc>
              <a:spcBef>
                <a:spcPts val="0"/>
              </a:spcBef>
              <a:spcAft>
                <a:spcPts val="0"/>
              </a:spcAft>
              <a:buClr>
                <a:srgbClr val="8D8D8D"/>
              </a:buClr>
              <a:buSzPts val="900"/>
              <a:buFont typeface="Calibri"/>
              <a:buNone/>
              <a:defRPr sz="900" b="0" i="0" u="none" strike="noStrike" cap="none">
                <a:solidFill>
                  <a:srgbClr val="8D8D8D"/>
                </a:solidFill>
                <a:latin typeface="Calibri"/>
                <a:ea typeface="Calibri"/>
                <a:cs typeface="Calibri"/>
                <a:sym typeface="Calibri"/>
              </a:defRPr>
            </a:lvl2pPr>
            <a:lvl3pPr marL="0" marR="0" lvl="2" indent="0" algn="r" rtl="0">
              <a:lnSpc>
                <a:spcPct val="100000"/>
              </a:lnSpc>
              <a:spcBef>
                <a:spcPts val="0"/>
              </a:spcBef>
              <a:spcAft>
                <a:spcPts val="0"/>
              </a:spcAft>
              <a:buClr>
                <a:srgbClr val="8D8D8D"/>
              </a:buClr>
              <a:buSzPts val="900"/>
              <a:buFont typeface="Calibri"/>
              <a:buNone/>
              <a:defRPr sz="900" b="0" i="0" u="none" strike="noStrike" cap="none">
                <a:solidFill>
                  <a:srgbClr val="8D8D8D"/>
                </a:solidFill>
                <a:latin typeface="Calibri"/>
                <a:ea typeface="Calibri"/>
                <a:cs typeface="Calibri"/>
                <a:sym typeface="Calibri"/>
              </a:defRPr>
            </a:lvl3pPr>
            <a:lvl4pPr marL="0" marR="0" lvl="3" indent="0" algn="r" rtl="0">
              <a:lnSpc>
                <a:spcPct val="100000"/>
              </a:lnSpc>
              <a:spcBef>
                <a:spcPts val="0"/>
              </a:spcBef>
              <a:spcAft>
                <a:spcPts val="0"/>
              </a:spcAft>
              <a:buClr>
                <a:srgbClr val="8D8D8D"/>
              </a:buClr>
              <a:buSzPts val="900"/>
              <a:buFont typeface="Calibri"/>
              <a:buNone/>
              <a:defRPr sz="900" b="0" i="0" u="none" strike="noStrike" cap="none">
                <a:solidFill>
                  <a:srgbClr val="8D8D8D"/>
                </a:solidFill>
                <a:latin typeface="Calibri"/>
                <a:ea typeface="Calibri"/>
                <a:cs typeface="Calibri"/>
                <a:sym typeface="Calibri"/>
              </a:defRPr>
            </a:lvl4pPr>
            <a:lvl5pPr marL="0" marR="0" lvl="4" indent="0" algn="r" rtl="0">
              <a:lnSpc>
                <a:spcPct val="100000"/>
              </a:lnSpc>
              <a:spcBef>
                <a:spcPts val="0"/>
              </a:spcBef>
              <a:spcAft>
                <a:spcPts val="0"/>
              </a:spcAft>
              <a:buClr>
                <a:srgbClr val="8D8D8D"/>
              </a:buClr>
              <a:buSzPts val="900"/>
              <a:buFont typeface="Calibri"/>
              <a:buNone/>
              <a:defRPr sz="900" b="0" i="0" u="none" strike="noStrike" cap="none">
                <a:solidFill>
                  <a:srgbClr val="8D8D8D"/>
                </a:solidFill>
                <a:latin typeface="Calibri"/>
                <a:ea typeface="Calibri"/>
                <a:cs typeface="Calibri"/>
                <a:sym typeface="Calibri"/>
              </a:defRPr>
            </a:lvl5pPr>
            <a:lvl6pPr marL="0" marR="0" lvl="5" indent="0" algn="r" rtl="0">
              <a:lnSpc>
                <a:spcPct val="100000"/>
              </a:lnSpc>
              <a:spcBef>
                <a:spcPts val="0"/>
              </a:spcBef>
              <a:spcAft>
                <a:spcPts val="0"/>
              </a:spcAft>
              <a:buClr>
                <a:srgbClr val="8D8D8D"/>
              </a:buClr>
              <a:buSzPts val="900"/>
              <a:buFont typeface="Calibri"/>
              <a:buNone/>
              <a:defRPr sz="900" b="0" i="0" u="none" strike="noStrike" cap="none">
                <a:solidFill>
                  <a:srgbClr val="8D8D8D"/>
                </a:solidFill>
                <a:latin typeface="Calibri"/>
                <a:ea typeface="Calibri"/>
                <a:cs typeface="Calibri"/>
                <a:sym typeface="Calibri"/>
              </a:defRPr>
            </a:lvl6pPr>
            <a:lvl7pPr marL="0" marR="0" lvl="6" indent="0" algn="r" rtl="0">
              <a:lnSpc>
                <a:spcPct val="100000"/>
              </a:lnSpc>
              <a:spcBef>
                <a:spcPts val="0"/>
              </a:spcBef>
              <a:spcAft>
                <a:spcPts val="0"/>
              </a:spcAft>
              <a:buClr>
                <a:srgbClr val="8D8D8D"/>
              </a:buClr>
              <a:buSzPts val="900"/>
              <a:buFont typeface="Calibri"/>
              <a:buNone/>
              <a:defRPr sz="900" b="0" i="0" u="none" strike="noStrike" cap="none">
                <a:solidFill>
                  <a:srgbClr val="8D8D8D"/>
                </a:solidFill>
                <a:latin typeface="Calibri"/>
                <a:ea typeface="Calibri"/>
                <a:cs typeface="Calibri"/>
                <a:sym typeface="Calibri"/>
              </a:defRPr>
            </a:lvl7pPr>
            <a:lvl8pPr marL="0" marR="0" lvl="7" indent="0" algn="r" rtl="0">
              <a:lnSpc>
                <a:spcPct val="100000"/>
              </a:lnSpc>
              <a:spcBef>
                <a:spcPts val="0"/>
              </a:spcBef>
              <a:spcAft>
                <a:spcPts val="0"/>
              </a:spcAft>
              <a:buClr>
                <a:srgbClr val="8D8D8D"/>
              </a:buClr>
              <a:buSzPts val="900"/>
              <a:buFont typeface="Calibri"/>
              <a:buNone/>
              <a:defRPr sz="900" b="0" i="0" u="none" strike="noStrike" cap="none">
                <a:solidFill>
                  <a:srgbClr val="8D8D8D"/>
                </a:solidFill>
                <a:latin typeface="Calibri"/>
                <a:ea typeface="Calibri"/>
                <a:cs typeface="Calibri"/>
                <a:sym typeface="Calibri"/>
              </a:defRPr>
            </a:lvl8pPr>
            <a:lvl9pPr marL="0" marR="0" lvl="8" indent="0" algn="r" rtl="0">
              <a:lnSpc>
                <a:spcPct val="100000"/>
              </a:lnSpc>
              <a:spcBef>
                <a:spcPts val="0"/>
              </a:spcBef>
              <a:spcAft>
                <a:spcPts val="0"/>
              </a:spcAft>
              <a:buClr>
                <a:srgbClr val="8D8D8D"/>
              </a:buClr>
              <a:buSzPts val="900"/>
              <a:buFont typeface="Calibri"/>
              <a:buNone/>
              <a:defRPr sz="900" b="0" i="0" u="none" strike="noStrike" cap="none">
                <a:solidFill>
                  <a:srgbClr val="8D8D8D"/>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Slide 1">
  <p:cSld name="Title Slide 1">
    <p:spTree>
      <p:nvGrpSpPr>
        <p:cNvPr id="1" name="Shape 15"/>
        <p:cNvGrpSpPr/>
        <p:nvPr/>
      </p:nvGrpSpPr>
      <p:grpSpPr>
        <a:xfrm>
          <a:off x="0" y="0"/>
          <a:ext cx="0" cy="0"/>
          <a:chOff x="0" y="0"/>
          <a:chExt cx="0" cy="0"/>
        </a:xfrm>
      </p:grpSpPr>
      <p:sp>
        <p:nvSpPr>
          <p:cNvPr id="16" name="Google Shape;16;p47"/>
          <p:cNvSpPr txBox="1">
            <a:spLocks noGrp="1"/>
          </p:cNvSpPr>
          <p:nvPr>
            <p:ph type="subTitle" idx="1"/>
          </p:nvPr>
        </p:nvSpPr>
        <p:spPr>
          <a:xfrm>
            <a:off x="0" y="3742053"/>
            <a:ext cx="9144000" cy="743237"/>
          </a:xfrm>
          <a:prstGeom prst="rect">
            <a:avLst/>
          </a:prstGeom>
          <a:noFill/>
          <a:ln>
            <a:noFill/>
          </a:ln>
        </p:spPr>
        <p:txBody>
          <a:bodyPr spcFirstLastPara="1" wrap="square" lIns="91425" tIns="45700" rIns="91425" bIns="45700" anchor="t" anchorCtr="0">
            <a:noAutofit/>
          </a:bodyPr>
          <a:lstStyle>
            <a:lvl1pPr marR="0" lvl="0" algn="ctr" rtl="0">
              <a:lnSpc>
                <a:spcPct val="90000"/>
              </a:lnSpc>
              <a:spcBef>
                <a:spcPts val="750"/>
              </a:spcBef>
              <a:spcAft>
                <a:spcPts val="0"/>
              </a:spcAft>
              <a:buClr>
                <a:schemeClr val="lt1"/>
              </a:buClr>
              <a:buSzPts val="1500"/>
              <a:buFont typeface="Arial"/>
              <a:buNone/>
              <a:defRPr sz="1500" b="0" i="0" u="none" strike="noStrike" cap="none">
                <a:solidFill>
                  <a:schemeClr val="lt1"/>
                </a:solidFill>
                <a:latin typeface="Calibri"/>
                <a:ea typeface="Calibri"/>
                <a:cs typeface="Calibri"/>
                <a:sym typeface="Calibri"/>
              </a:defRPr>
            </a:lvl1pPr>
            <a:lvl2pPr marR="0" lvl="1" algn="ctr" rtl="0">
              <a:lnSpc>
                <a:spcPct val="90000"/>
              </a:lnSpc>
              <a:spcBef>
                <a:spcPts val="375"/>
              </a:spcBef>
              <a:spcAft>
                <a:spcPts val="0"/>
              </a:spcAft>
              <a:buClr>
                <a:schemeClr val="dk1"/>
              </a:buClr>
              <a:buSzPts val="1500"/>
              <a:buFont typeface="Arial"/>
              <a:buNone/>
              <a:defRPr sz="1500" b="0" i="0" u="none" strike="noStrike" cap="none">
                <a:solidFill>
                  <a:schemeClr val="dk1"/>
                </a:solidFill>
                <a:latin typeface="Calibri"/>
                <a:ea typeface="Calibri"/>
                <a:cs typeface="Calibri"/>
                <a:sym typeface="Calibri"/>
              </a:defRPr>
            </a:lvl2pPr>
            <a:lvl3pPr marR="0" lvl="2" algn="ctr" rtl="0">
              <a:lnSpc>
                <a:spcPct val="90000"/>
              </a:lnSpc>
              <a:spcBef>
                <a:spcPts val="375"/>
              </a:spcBef>
              <a:spcAft>
                <a:spcPts val="0"/>
              </a:spcAft>
              <a:buClr>
                <a:schemeClr val="dk1"/>
              </a:buClr>
              <a:buSzPts val="1350"/>
              <a:buFont typeface="Arial"/>
              <a:buNone/>
              <a:defRPr sz="1350" b="0" i="0" u="none" strike="noStrike" cap="none">
                <a:solidFill>
                  <a:schemeClr val="dk1"/>
                </a:solidFill>
                <a:latin typeface="Calibri"/>
                <a:ea typeface="Calibri"/>
                <a:cs typeface="Calibri"/>
                <a:sym typeface="Calibri"/>
              </a:defRPr>
            </a:lvl3pPr>
            <a:lvl4pPr marR="0" lvl="3" algn="ctr" rtl="0">
              <a:lnSpc>
                <a:spcPct val="90000"/>
              </a:lnSpc>
              <a:spcBef>
                <a:spcPts val="375"/>
              </a:spcBef>
              <a:spcAft>
                <a:spcPts val="0"/>
              </a:spcAft>
              <a:buClr>
                <a:schemeClr val="dk1"/>
              </a:buClr>
              <a:buSzPts val="1200"/>
              <a:buFont typeface="Arial"/>
              <a:buNone/>
              <a:defRPr sz="1200" b="0" i="0" u="none" strike="noStrike" cap="none">
                <a:solidFill>
                  <a:schemeClr val="dk1"/>
                </a:solidFill>
                <a:latin typeface="Calibri"/>
                <a:ea typeface="Calibri"/>
                <a:cs typeface="Calibri"/>
                <a:sym typeface="Calibri"/>
              </a:defRPr>
            </a:lvl4pPr>
            <a:lvl5pPr marR="0" lvl="4" algn="ctr" rtl="0">
              <a:lnSpc>
                <a:spcPct val="90000"/>
              </a:lnSpc>
              <a:spcBef>
                <a:spcPts val="375"/>
              </a:spcBef>
              <a:spcAft>
                <a:spcPts val="0"/>
              </a:spcAft>
              <a:buClr>
                <a:schemeClr val="dk1"/>
              </a:buClr>
              <a:buSzPts val="1200"/>
              <a:buFont typeface="Arial"/>
              <a:buNone/>
              <a:defRPr sz="1200" b="0" i="0" u="none" strike="noStrike" cap="none">
                <a:solidFill>
                  <a:schemeClr val="dk1"/>
                </a:solidFill>
                <a:latin typeface="Calibri"/>
                <a:ea typeface="Calibri"/>
                <a:cs typeface="Calibri"/>
                <a:sym typeface="Calibri"/>
              </a:defRPr>
            </a:lvl5pPr>
            <a:lvl6pPr marR="0" lvl="5" algn="ctr" rtl="0">
              <a:lnSpc>
                <a:spcPct val="90000"/>
              </a:lnSpc>
              <a:spcBef>
                <a:spcPts val="375"/>
              </a:spcBef>
              <a:spcAft>
                <a:spcPts val="0"/>
              </a:spcAft>
              <a:buClr>
                <a:schemeClr val="dk1"/>
              </a:buClr>
              <a:buSzPts val="1200"/>
              <a:buFont typeface="Arial"/>
              <a:buNone/>
              <a:defRPr sz="1200" b="0" i="0" u="none" strike="noStrike" cap="none">
                <a:solidFill>
                  <a:schemeClr val="dk1"/>
                </a:solidFill>
                <a:latin typeface="Calibri"/>
                <a:ea typeface="Calibri"/>
                <a:cs typeface="Calibri"/>
                <a:sym typeface="Calibri"/>
              </a:defRPr>
            </a:lvl6pPr>
            <a:lvl7pPr marR="0" lvl="6" algn="ctr" rtl="0">
              <a:lnSpc>
                <a:spcPct val="90000"/>
              </a:lnSpc>
              <a:spcBef>
                <a:spcPts val="375"/>
              </a:spcBef>
              <a:spcAft>
                <a:spcPts val="0"/>
              </a:spcAft>
              <a:buClr>
                <a:schemeClr val="dk1"/>
              </a:buClr>
              <a:buSzPts val="1200"/>
              <a:buFont typeface="Arial"/>
              <a:buNone/>
              <a:defRPr sz="1200" b="0" i="0" u="none" strike="noStrike" cap="none">
                <a:solidFill>
                  <a:schemeClr val="dk1"/>
                </a:solidFill>
                <a:latin typeface="Calibri"/>
                <a:ea typeface="Calibri"/>
                <a:cs typeface="Calibri"/>
                <a:sym typeface="Calibri"/>
              </a:defRPr>
            </a:lvl7pPr>
            <a:lvl8pPr marR="0" lvl="7" algn="ctr" rtl="0">
              <a:lnSpc>
                <a:spcPct val="90000"/>
              </a:lnSpc>
              <a:spcBef>
                <a:spcPts val="375"/>
              </a:spcBef>
              <a:spcAft>
                <a:spcPts val="0"/>
              </a:spcAft>
              <a:buClr>
                <a:schemeClr val="dk1"/>
              </a:buClr>
              <a:buSzPts val="1200"/>
              <a:buFont typeface="Arial"/>
              <a:buNone/>
              <a:defRPr sz="1200" b="0" i="0" u="none" strike="noStrike" cap="none">
                <a:solidFill>
                  <a:schemeClr val="dk1"/>
                </a:solidFill>
                <a:latin typeface="Calibri"/>
                <a:ea typeface="Calibri"/>
                <a:cs typeface="Calibri"/>
                <a:sym typeface="Calibri"/>
              </a:defRPr>
            </a:lvl8pPr>
            <a:lvl9pPr marR="0" lvl="8" algn="ctr" rtl="0">
              <a:lnSpc>
                <a:spcPct val="90000"/>
              </a:lnSpc>
              <a:spcBef>
                <a:spcPts val="375"/>
              </a:spcBef>
              <a:spcAft>
                <a:spcPts val="0"/>
              </a:spcAft>
              <a:buClr>
                <a:schemeClr val="dk1"/>
              </a:buClr>
              <a:buSzPts val="12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17" name="Google Shape;17;p47"/>
          <p:cNvSpPr txBox="1">
            <a:spLocks noGrp="1"/>
          </p:cNvSpPr>
          <p:nvPr>
            <p:ph type="title"/>
          </p:nvPr>
        </p:nvSpPr>
        <p:spPr>
          <a:xfrm>
            <a:off x="0" y="2601310"/>
            <a:ext cx="9144000" cy="733096"/>
          </a:xfrm>
          <a:prstGeom prst="rect">
            <a:avLst/>
          </a:prstGeom>
          <a:noFill/>
          <a:ln>
            <a:noFill/>
          </a:ln>
        </p:spPr>
        <p:txBody>
          <a:bodyPr spcFirstLastPara="1" wrap="square" lIns="91425" tIns="45700" rIns="91425" bIns="45700" anchor="b" anchorCtr="0">
            <a:noAutofit/>
          </a:bodyPr>
          <a:lstStyle>
            <a:lvl1pPr marR="0" lvl="0" algn="ctr" rtl="0">
              <a:lnSpc>
                <a:spcPct val="90000"/>
              </a:lnSpc>
              <a:spcBef>
                <a:spcPts val="0"/>
              </a:spcBef>
              <a:spcAft>
                <a:spcPts val="0"/>
              </a:spcAft>
              <a:buClr>
                <a:schemeClr val="lt1"/>
              </a:buClr>
              <a:buSzPts val="3600"/>
              <a:buFont typeface="Calibri"/>
              <a:buNone/>
              <a:defRPr sz="3600" b="1" i="0" u="none" strike="noStrike" cap="none">
                <a:solidFill>
                  <a:schemeClr val="lt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8"/>
        <p:cNvGrpSpPr/>
        <p:nvPr/>
      </p:nvGrpSpPr>
      <p:grpSpPr>
        <a:xfrm>
          <a:off x="0" y="0"/>
          <a:ext cx="0" cy="0"/>
          <a:chOff x="0" y="0"/>
          <a:chExt cx="0" cy="0"/>
        </a:xfrm>
      </p:grpSpPr>
      <p:sp>
        <p:nvSpPr>
          <p:cNvPr id="19" name="Google Shape;19;p48"/>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marR="0" lvl="0" algn="ctr" rtl="0">
              <a:lnSpc>
                <a:spcPct val="90000"/>
              </a:lnSpc>
              <a:spcBef>
                <a:spcPts val="0"/>
              </a:spcBef>
              <a:spcAft>
                <a:spcPts val="0"/>
              </a:spcAft>
              <a:buClr>
                <a:schemeClr val="lt1"/>
              </a:buClr>
              <a:buSzPts val="2800"/>
              <a:buFont typeface="Calibri"/>
              <a:buNone/>
              <a:defRPr sz="3300" b="1" i="0" u="none" strike="noStrike" cap="none">
                <a:solidFill>
                  <a:schemeClr val="lt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28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28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28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28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28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28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28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2800"/>
              <a:buFont typeface="Arial"/>
              <a:buNone/>
              <a:defRPr sz="1800" b="0" i="0" u="none" strike="noStrike" cap="none">
                <a:solidFill>
                  <a:srgbClr val="000000"/>
                </a:solidFill>
                <a:latin typeface="Arial"/>
                <a:ea typeface="Arial"/>
                <a:cs typeface="Arial"/>
                <a:sym typeface="Arial"/>
              </a:defRPr>
            </a:lvl9pPr>
          </a:lstStyle>
          <a:p>
            <a:endParaRPr/>
          </a:p>
        </p:txBody>
      </p:sp>
      <p:sp>
        <p:nvSpPr>
          <p:cNvPr id="20" name="Google Shape;20;p48"/>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marR="0" lvl="0" indent="-342900" algn="ctr" rtl="0">
              <a:lnSpc>
                <a:spcPct val="90000"/>
              </a:lnSpc>
              <a:spcBef>
                <a:spcPts val="0"/>
              </a:spcBef>
              <a:spcAft>
                <a:spcPts val="0"/>
              </a:spcAft>
              <a:buClr>
                <a:schemeClr val="lt1"/>
              </a:buClr>
              <a:buSzPts val="1800"/>
              <a:buFont typeface="Arial"/>
              <a:buChar char="●"/>
              <a:defRPr sz="1350" b="0" i="0" u="none" strike="noStrike" cap="none">
                <a:solidFill>
                  <a:schemeClr val="lt1"/>
                </a:solidFill>
                <a:latin typeface="Calibri"/>
                <a:ea typeface="Calibri"/>
                <a:cs typeface="Calibri"/>
                <a:sym typeface="Calibri"/>
              </a:defRPr>
            </a:lvl1pPr>
            <a:lvl2pPr marL="914400" marR="0" lvl="1" indent="-317500" algn="l" rtl="0">
              <a:lnSpc>
                <a:spcPct val="90000"/>
              </a:lnSpc>
              <a:spcBef>
                <a:spcPts val="0"/>
              </a:spcBef>
              <a:spcAft>
                <a:spcPts val="0"/>
              </a:spcAft>
              <a:buClr>
                <a:schemeClr val="dk1"/>
              </a:buClr>
              <a:buSzPts val="1400"/>
              <a:buFont typeface="Arial"/>
              <a:buChar char="○"/>
              <a:defRPr sz="1800" b="0" i="0" u="none" strike="noStrike" cap="none">
                <a:solidFill>
                  <a:schemeClr val="dk1"/>
                </a:solidFill>
                <a:latin typeface="Calibri"/>
                <a:ea typeface="Calibri"/>
                <a:cs typeface="Calibri"/>
                <a:sym typeface="Calibri"/>
              </a:defRPr>
            </a:lvl2pPr>
            <a:lvl3pPr marL="1371600" marR="0" lvl="2" indent="-317500" algn="l" rtl="0">
              <a:lnSpc>
                <a:spcPct val="90000"/>
              </a:lnSpc>
              <a:spcBef>
                <a:spcPts val="0"/>
              </a:spcBef>
              <a:spcAft>
                <a:spcPts val="0"/>
              </a:spcAft>
              <a:buClr>
                <a:schemeClr val="dk1"/>
              </a:buClr>
              <a:buSzPts val="1400"/>
              <a:buFont typeface="Arial"/>
              <a:buChar char="■"/>
              <a:defRPr sz="1500" b="0" i="0" u="none" strike="noStrike" cap="none">
                <a:solidFill>
                  <a:schemeClr val="dk1"/>
                </a:solidFill>
                <a:latin typeface="Calibri"/>
                <a:ea typeface="Calibri"/>
                <a:cs typeface="Calibri"/>
                <a:sym typeface="Calibri"/>
              </a:defRPr>
            </a:lvl3pPr>
            <a:lvl4pPr marL="1828800" marR="0" lvl="3" indent="-317500" algn="l" rtl="0">
              <a:lnSpc>
                <a:spcPct val="90000"/>
              </a:lnSpc>
              <a:spcBef>
                <a:spcPts val="0"/>
              </a:spcBef>
              <a:spcAft>
                <a:spcPts val="0"/>
              </a:spcAft>
              <a:buClr>
                <a:schemeClr val="dk1"/>
              </a:buClr>
              <a:buSzPts val="1400"/>
              <a:buFont typeface="Arial"/>
              <a:buChar char="●"/>
              <a:defRPr sz="1350" b="0" i="0" u="none" strike="noStrike" cap="none">
                <a:solidFill>
                  <a:schemeClr val="dk1"/>
                </a:solidFill>
                <a:latin typeface="Calibri"/>
                <a:ea typeface="Calibri"/>
                <a:cs typeface="Calibri"/>
                <a:sym typeface="Calibri"/>
              </a:defRPr>
            </a:lvl4pPr>
            <a:lvl5pPr marL="2286000" marR="0" lvl="4" indent="-317500" algn="l" rtl="0">
              <a:lnSpc>
                <a:spcPct val="90000"/>
              </a:lnSpc>
              <a:spcBef>
                <a:spcPts val="0"/>
              </a:spcBef>
              <a:spcAft>
                <a:spcPts val="0"/>
              </a:spcAft>
              <a:buClr>
                <a:schemeClr val="dk1"/>
              </a:buClr>
              <a:buSzPts val="1400"/>
              <a:buFont typeface="Arial"/>
              <a:buChar char="○"/>
              <a:defRPr sz="1350" b="0" i="0" u="none" strike="noStrike" cap="none">
                <a:solidFill>
                  <a:schemeClr val="dk1"/>
                </a:solidFill>
                <a:latin typeface="Calibri"/>
                <a:ea typeface="Calibri"/>
                <a:cs typeface="Calibri"/>
                <a:sym typeface="Calibri"/>
              </a:defRPr>
            </a:lvl5pPr>
            <a:lvl6pPr marL="2743200" marR="0" lvl="5" indent="-317500" algn="l" rtl="0">
              <a:lnSpc>
                <a:spcPct val="90000"/>
              </a:lnSpc>
              <a:spcBef>
                <a:spcPts val="0"/>
              </a:spcBef>
              <a:spcAft>
                <a:spcPts val="0"/>
              </a:spcAft>
              <a:buClr>
                <a:schemeClr val="dk1"/>
              </a:buClr>
              <a:buSzPts val="1400"/>
              <a:buFont typeface="Arial"/>
              <a:buChar char="■"/>
              <a:defRPr sz="1350" b="0" i="0" u="none" strike="noStrike" cap="none">
                <a:solidFill>
                  <a:schemeClr val="dk1"/>
                </a:solidFill>
                <a:latin typeface="Calibri"/>
                <a:ea typeface="Calibri"/>
                <a:cs typeface="Calibri"/>
                <a:sym typeface="Calibri"/>
              </a:defRPr>
            </a:lvl6pPr>
            <a:lvl7pPr marL="3200400" marR="0" lvl="6" indent="-317500" algn="l" rtl="0">
              <a:lnSpc>
                <a:spcPct val="90000"/>
              </a:lnSpc>
              <a:spcBef>
                <a:spcPts val="0"/>
              </a:spcBef>
              <a:spcAft>
                <a:spcPts val="0"/>
              </a:spcAft>
              <a:buClr>
                <a:schemeClr val="dk1"/>
              </a:buClr>
              <a:buSzPts val="1400"/>
              <a:buFont typeface="Arial"/>
              <a:buChar char="●"/>
              <a:defRPr sz="1350" b="0" i="0" u="none" strike="noStrike" cap="none">
                <a:solidFill>
                  <a:schemeClr val="dk1"/>
                </a:solidFill>
                <a:latin typeface="Calibri"/>
                <a:ea typeface="Calibri"/>
                <a:cs typeface="Calibri"/>
                <a:sym typeface="Calibri"/>
              </a:defRPr>
            </a:lvl7pPr>
            <a:lvl8pPr marL="3657600" marR="0" lvl="7" indent="-317500" algn="l" rtl="0">
              <a:lnSpc>
                <a:spcPct val="90000"/>
              </a:lnSpc>
              <a:spcBef>
                <a:spcPts val="0"/>
              </a:spcBef>
              <a:spcAft>
                <a:spcPts val="0"/>
              </a:spcAft>
              <a:buClr>
                <a:schemeClr val="dk1"/>
              </a:buClr>
              <a:buSzPts val="1400"/>
              <a:buFont typeface="Arial"/>
              <a:buChar char="○"/>
              <a:defRPr sz="1350" b="0" i="0" u="none" strike="noStrike" cap="none">
                <a:solidFill>
                  <a:schemeClr val="dk1"/>
                </a:solidFill>
                <a:latin typeface="Calibri"/>
                <a:ea typeface="Calibri"/>
                <a:cs typeface="Calibri"/>
                <a:sym typeface="Calibri"/>
              </a:defRPr>
            </a:lvl8pPr>
            <a:lvl9pPr marL="4114800" marR="0" lvl="8" indent="-317500" algn="l" rtl="0">
              <a:lnSpc>
                <a:spcPct val="90000"/>
              </a:lnSpc>
              <a:spcBef>
                <a:spcPts val="0"/>
              </a:spcBef>
              <a:spcAft>
                <a:spcPts val="0"/>
              </a:spcAft>
              <a:buClr>
                <a:schemeClr val="dk1"/>
              </a:buClr>
              <a:buSzPts val="140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21" name="Google Shape;21;p48"/>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1pPr>
            <a:lvl2pPr marL="0" marR="0" lvl="1" indent="0" algn="r"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2pPr>
            <a:lvl3pPr marL="0" marR="0" lvl="2" indent="0" algn="r"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3pPr>
            <a:lvl4pPr marL="0" marR="0" lvl="3" indent="0" algn="r"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4pPr>
            <a:lvl5pPr marL="0" marR="0" lvl="4" indent="0" algn="r"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5pPr>
            <a:lvl6pPr marL="0" marR="0" lvl="5" indent="0" algn="r"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6pPr>
            <a:lvl7pPr marL="0" marR="0" lvl="6" indent="0" algn="r"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7pPr>
            <a:lvl8pPr marL="0" marR="0" lvl="7" indent="0" algn="r"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8pPr>
            <a:lvl9pPr marL="0" marR="0" lvl="8" indent="0" algn="r"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24"/>
        <p:cNvGrpSpPr/>
        <p:nvPr/>
      </p:nvGrpSpPr>
      <p:grpSpPr>
        <a:xfrm>
          <a:off x="0" y="0"/>
          <a:ext cx="0" cy="0"/>
          <a:chOff x="0" y="0"/>
          <a:chExt cx="0" cy="0"/>
        </a:xfrm>
      </p:grpSpPr>
      <p:sp>
        <p:nvSpPr>
          <p:cNvPr id="25" name="Google Shape;25;p44"/>
          <p:cNvSpPr txBox="1">
            <a:spLocks noGrp="1"/>
          </p:cNvSpPr>
          <p:nvPr>
            <p:ph type="title"/>
          </p:nvPr>
        </p:nvSpPr>
        <p:spPr>
          <a:xfrm>
            <a:off x="0" y="1925"/>
            <a:ext cx="8520600" cy="572700"/>
          </a:xfrm>
          <a:prstGeom prst="rect">
            <a:avLst/>
          </a:prstGeom>
          <a:noFill/>
          <a:ln>
            <a:noFill/>
          </a:ln>
        </p:spPr>
        <p:txBody>
          <a:bodyPr spcFirstLastPara="1" wrap="square" lIns="91425" tIns="91425" rIns="91425" bIns="91425" anchor="t" anchorCtr="0">
            <a:normAutofit/>
          </a:bodyPr>
          <a:lstStyle>
            <a:lvl1pPr marR="0" lvl="0" algn="l" rtl="0">
              <a:lnSpc>
                <a:spcPct val="90000"/>
              </a:lnSpc>
              <a:spcBef>
                <a:spcPts val="0"/>
              </a:spcBef>
              <a:spcAft>
                <a:spcPts val="0"/>
              </a:spcAft>
              <a:buClr>
                <a:schemeClr val="dk1"/>
              </a:buClr>
              <a:buSzPts val="2800"/>
              <a:buFont typeface="Calibri"/>
              <a:buNone/>
              <a:defRPr sz="33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28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28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28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28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28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28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28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2800"/>
              <a:buFont typeface="Arial"/>
              <a:buNone/>
              <a:defRPr sz="1800" b="0" i="0" u="none" strike="noStrike" cap="none">
                <a:solidFill>
                  <a:srgbClr val="000000"/>
                </a:solidFill>
                <a:latin typeface="Arial"/>
                <a:ea typeface="Arial"/>
                <a:cs typeface="Arial"/>
                <a:sym typeface="Arial"/>
              </a:defRPr>
            </a:lvl9pPr>
          </a:lstStyle>
          <a:p>
            <a:endParaRPr/>
          </a:p>
        </p:txBody>
      </p:sp>
      <p:sp>
        <p:nvSpPr>
          <p:cNvPr id="26" name="Google Shape;26;p44"/>
          <p:cNvSpPr txBox="1">
            <a:spLocks noGrp="1"/>
          </p:cNvSpPr>
          <p:nvPr>
            <p:ph type="body" idx="1"/>
          </p:nvPr>
        </p:nvSpPr>
        <p:spPr>
          <a:xfrm>
            <a:off x="0" y="722811"/>
            <a:ext cx="8832300" cy="3846064"/>
          </a:xfrm>
          <a:prstGeom prst="rect">
            <a:avLst/>
          </a:prstGeom>
          <a:noFill/>
          <a:ln>
            <a:noFill/>
          </a:ln>
        </p:spPr>
        <p:txBody>
          <a:bodyPr spcFirstLastPara="1" wrap="square" lIns="91425" tIns="91425" rIns="91425" bIns="91425" anchor="t" anchorCtr="0">
            <a:normAutofit/>
          </a:bodyPr>
          <a:lstStyle>
            <a:lvl1pPr marL="457200" marR="0" lvl="0" indent="-342900" algn="l" rtl="0">
              <a:lnSpc>
                <a:spcPct val="90000"/>
              </a:lnSpc>
              <a:spcBef>
                <a:spcPts val="0"/>
              </a:spcBef>
              <a:spcAft>
                <a:spcPts val="0"/>
              </a:spcAft>
              <a:buClr>
                <a:schemeClr val="dk1"/>
              </a:buClr>
              <a:buSzPts val="1800"/>
              <a:buFont typeface="Arial"/>
              <a:buChar char="●"/>
              <a:defRPr sz="2100" b="0" i="0" u="none" strike="noStrike" cap="none">
                <a:solidFill>
                  <a:schemeClr val="dk1"/>
                </a:solidFill>
                <a:latin typeface="Calibri"/>
                <a:ea typeface="Calibri"/>
                <a:cs typeface="Calibri"/>
                <a:sym typeface="Calibri"/>
              </a:defRPr>
            </a:lvl1pPr>
            <a:lvl2pPr marL="914400" marR="0" lvl="1" indent="-317500" algn="l" rtl="0">
              <a:lnSpc>
                <a:spcPct val="90000"/>
              </a:lnSpc>
              <a:spcBef>
                <a:spcPts val="0"/>
              </a:spcBef>
              <a:spcAft>
                <a:spcPts val="0"/>
              </a:spcAft>
              <a:buClr>
                <a:schemeClr val="dk1"/>
              </a:buClr>
              <a:buSzPts val="1400"/>
              <a:buFont typeface="Arial"/>
              <a:buChar char="○"/>
              <a:defRPr sz="1800" b="0" i="0" u="none" strike="noStrike" cap="none">
                <a:solidFill>
                  <a:schemeClr val="dk1"/>
                </a:solidFill>
                <a:latin typeface="Calibri"/>
                <a:ea typeface="Calibri"/>
                <a:cs typeface="Calibri"/>
                <a:sym typeface="Calibri"/>
              </a:defRPr>
            </a:lvl2pPr>
            <a:lvl3pPr marL="1371600" marR="0" lvl="2" indent="-317500" algn="l" rtl="0">
              <a:lnSpc>
                <a:spcPct val="90000"/>
              </a:lnSpc>
              <a:spcBef>
                <a:spcPts val="0"/>
              </a:spcBef>
              <a:spcAft>
                <a:spcPts val="0"/>
              </a:spcAft>
              <a:buClr>
                <a:schemeClr val="dk1"/>
              </a:buClr>
              <a:buSzPts val="1400"/>
              <a:buFont typeface="Arial"/>
              <a:buChar char="■"/>
              <a:defRPr sz="1500" b="0" i="0" u="none" strike="noStrike" cap="none">
                <a:solidFill>
                  <a:schemeClr val="dk1"/>
                </a:solidFill>
                <a:latin typeface="Calibri"/>
                <a:ea typeface="Calibri"/>
                <a:cs typeface="Calibri"/>
                <a:sym typeface="Calibri"/>
              </a:defRPr>
            </a:lvl3pPr>
            <a:lvl4pPr marL="1828800" marR="0" lvl="3" indent="-317500" algn="l" rtl="0">
              <a:lnSpc>
                <a:spcPct val="90000"/>
              </a:lnSpc>
              <a:spcBef>
                <a:spcPts val="0"/>
              </a:spcBef>
              <a:spcAft>
                <a:spcPts val="0"/>
              </a:spcAft>
              <a:buClr>
                <a:schemeClr val="dk1"/>
              </a:buClr>
              <a:buSzPts val="1400"/>
              <a:buFont typeface="Arial"/>
              <a:buChar char="●"/>
              <a:defRPr sz="1350" b="0" i="0" u="none" strike="noStrike" cap="none">
                <a:solidFill>
                  <a:schemeClr val="dk1"/>
                </a:solidFill>
                <a:latin typeface="Calibri"/>
                <a:ea typeface="Calibri"/>
                <a:cs typeface="Calibri"/>
                <a:sym typeface="Calibri"/>
              </a:defRPr>
            </a:lvl4pPr>
            <a:lvl5pPr marL="2286000" marR="0" lvl="4" indent="-317500" algn="l" rtl="0">
              <a:lnSpc>
                <a:spcPct val="90000"/>
              </a:lnSpc>
              <a:spcBef>
                <a:spcPts val="0"/>
              </a:spcBef>
              <a:spcAft>
                <a:spcPts val="0"/>
              </a:spcAft>
              <a:buClr>
                <a:schemeClr val="dk1"/>
              </a:buClr>
              <a:buSzPts val="1400"/>
              <a:buFont typeface="Arial"/>
              <a:buChar char="○"/>
              <a:defRPr sz="1350" b="0" i="0" u="none" strike="noStrike" cap="none">
                <a:solidFill>
                  <a:schemeClr val="dk1"/>
                </a:solidFill>
                <a:latin typeface="Calibri"/>
                <a:ea typeface="Calibri"/>
                <a:cs typeface="Calibri"/>
                <a:sym typeface="Calibri"/>
              </a:defRPr>
            </a:lvl5pPr>
            <a:lvl6pPr marL="2743200" marR="0" lvl="5" indent="-317500" algn="l" rtl="0">
              <a:lnSpc>
                <a:spcPct val="90000"/>
              </a:lnSpc>
              <a:spcBef>
                <a:spcPts val="0"/>
              </a:spcBef>
              <a:spcAft>
                <a:spcPts val="0"/>
              </a:spcAft>
              <a:buClr>
                <a:schemeClr val="dk1"/>
              </a:buClr>
              <a:buSzPts val="1400"/>
              <a:buFont typeface="Arial"/>
              <a:buChar char="■"/>
              <a:defRPr sz="1350" b="0" i="0" u="none" strike="noStrike" cap="none">
                <a:solidFill>
                  <a:schemeClr val="dk1"/>
                </a:solidFill>
                <a:latin typeface="Calibri"/>
                <a:ea typeface="Calibri"/>
                <a:cs typeface="Calibri"/>
                <a:sym typeface="Calibri"/>
              </a:defRPr>
            </a:lvl6pPr>
            <a:lvl7pPr marL="3200400" marR="0" lvl="6" indent="-317500" algn="l" rtl="0">
              <a:lnSpc>
                <a:spcPct val="90000"/>
              </a:lnSpc>
              <a:spcBef>
                <a:spcPts val="0"/>
              </a:spcBef>
              <a:spcAft>
                <a:spcPts val="0"/>
              </a:spcAft>
              <a:buClr>
                <a:schemeClr val="dk1"/>
              </a:buClr>
              <a:buSzPts val="1400"/>
              <a:buFont typeface="Arial"/>
              <a:buChar char="●"/>
              <a:defRPr sz="1350" b="0" i="0" u="none" strike="noStrike" cap="none">
                <a:solidFill>
                  <a:schemeClr val="dk1"/>
                </a:solidFill>
                <a:latin typeface="Calibri"/>
                <a:ea typeface="Calibri"/>
                <a:cs typeface="Calibri"/>
                <a:sym typeface="Calibri"/>
              </a:defRPr>
            </a:lvl7pPr>
            <a:lvl8pPr marL="3657600" marR="0" lvl="7" indent="-317500" algn="l" rtl="0">
              <a:lnSpc>
                <a:spcPct val="90000"/>
              </a:lnSpc>
              <a:spcBef>
                <a:spcPts val="0"/>
              </a:spcBef>
              <a:spcAft>
                <a:spcPts val="0"/>
              </a:spcAft>
              <a:buClr>
                <a:schemeClr val="dk1"/>
              </a:buClr>
              <a:buSzPts val="1400"/>
              <a:buFont typeface="Arial"/>
              <a:buChar char="○"/>
              <a:defRPr sz="1350" b="0" i="0" u="none" strike="noStrike" cap="none">
                <a:solidFill>
                  <a:schemeClr val="dk1"/>
                </a:solidFill>
                <a:latin typeface="Calibri"/>
                <a:ea typeface="Calibri"/>
                <a:cs typeface="Calibri"/>
                <a:sym typeface="Calibri"/>
              </a:defRPr>
            </a:lvl8pPr>
            <a:lvl9pPr marL="4114800" marR="0" lvl="8" indent="-317500" algn="l" rtl="0">
              <a:lnSpc>
                <a:spcPct val="90000"/>
              </a:lnSpc>
              <a:spcBef>
                <a:spcPts val="0"/>
              </a:spcBef>
              <a:spcAft>
                <a:spcPts val="0"/>
              </a:spcAft>
              <a:buClr>
                <a:schemeClr val="dk1"/>
              </a:buClr>
              <a:buSzPts val="140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27" name="Google Shape;27;p44"/>
          <p:cNvSpPr txBox="1">
            <a:spLocks noGrp="1"/>
          </p:cNvSpPr>
          <p:nvPr>
            <p:ph type="sldNum" idx="12"/>
          </p:nvPr>
        </p:nvSpPr>
        <p:spPr>
          <a:xfrm>
            <a:off x="8287407" y="4717061"/>
            <a:ext cx="842548" cy="3936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ts val="0"/>
              </a:spcBef>
              <a:spcAft>
                <a:spcPts val="0"/>
              </a:spcAft>
              <a:buClr>
                <a:schemeClr val="lt1"/>
              </a:buClr>
              <a:buSzPts val="1800"/>
              <a:buFont typeface="Calibri"/>
              <a:buNone/>
              <a:defRPr sz="1800" b="0" i="0" u="none" strike="noStrike" cap="none">
                <a:solidFill>
                  <a:schemeClr val="lt1"/>
                </a:solidFill>
                <a:latin typeface="Calibri"/>
                <a:ea typeface="Calibri"/>
                <a:cs typeface="Calibri"/>
                <a:sym typeface="Calibri"/>
              </a:defRPr>
            </a:lvl1pPr>
            <a:lvl2pPr marL="0" marR="0" lvl="1" indent="0" algn="r" rtl="0">
              <a:lnSpc>
                <a:spcPct val="100000"/>
              </a:lnSpc>
              <a:spcBef>
                <a:spcPts val="0"/>
              </a:spcBef>
              <a:spcAft>
                <a:spcPts val="0"/>
              </a:spcAft>
              <a:buClr>
                <a:schemeClr val="lt1"/>
              </a:buClr>
              <a:buSzPts val="1800"/>
              <a:buFont typeface="Calibri"/>
              <a:buNone/>
              <a:defRPr sz="1800" b="0" i="0" u="none" strike="noStrike" cap="none">
                <a:solidFill>
                  <a:schemeClr val="lt1"/>
                </a:solidFill>
                <a:latin typeface="Calibri"/>
                <a:ea typeface="Calibri"/>
                <a:cs typeface="Calibri"/>
                <a:sym typeface="Calibri"/>
              </a:defRPr>
            </a:lvl2pPr>
            <a:lvl3pPr marL="0" marR="0" lvl="2" indent="0" algn="r" rtl="0">
              <a:lnSpc>
                <a:spcPct val="100000"/>
              </a:lnSpc>
              <a:spcBef>
                <a:spcPts val="0"/>
              </a:spcBef>
              <a:spcAft>
                <a:spcPts val="0"/>
              </a:spcAft>
              <a:buClr>
                <a:schemeClr val="lt1"/>
              </a:buClr>
              <a:buSzPts val="1800"/>
              <a:buFont typeface="Calibri"/>
              <a:buNone/>
              <a:defRPr sz="1800" b="0" i="0" u="none" strike="noStrike" cap="none">
                <a:solidFill>
                  <a:schemeClr val="lt1"/>
                </a:solidFill>
                <a:latin typeface="Calibri"/>
                <a:ea typeface="Calibri"/>
                <a:cs typeface="Calibri"/>
                <a:sym typeface="Calibri"/>
              </a:defRPr>
            </a:lvl3pPr>
            <a:lvl4pPr marL="0" marR="0" lvl="3" indent="0" algn="r" rtl="0">
              <a:lnSpc>
                <a:spcPct val="100000"/>
              </a:lnSpc>
              <a:spcBef>
                <a:spcPts val="0"/>
              </a:spcBef>
              <a:spcAft>
                <a:spcPts val="0"/>
              </a:spcAft>
              <a:buClr>
                <a:schemeClr val="lt1"/>
              </a:buClr>
              <a:buSzPts val="1800"/>
              <a:buFont typeface="Calibri"/>
              <a:buNone/>
              <a:defRPr sz="1800" b="0" i="0" u="none" strike="noStrike" cap="none">
                <a:solidFill>
                  <a:schemeClr val="lt1"/>
                </a:solidFill>
                <a:latin typeface="Calibri"/>
                <a:ea typeface="Calibri"/>
                <a:cs typeface="Calibri"/>
                <a:sym typeface="Calibri"/>
              </a:defRPr>
            </a:lvl4pPr>
            <a:lvl5pPr marL="0" marR="0" lvl="4" indent="0" algn="r" rtl="0">
              <a:lnSpc>
                <a:spcPct val="100000"/>
              </a:lnSpc>
              <a:spcBef>
                <a:spcPts val="0"/>
              </a:spcBef>
              <a:spcAft>
                <a:spcPts val="0"/>
              </a:spcAft>
              <a:buClr>
                <a:schemeClr val="lt1"/>
              </a:buClr>
              <a:buSzPts val="1800"/>
              <a:buFont typeface="Calibri"/>
              <a:buNone/>
              <a:defRPr sz="1800" b="0" i="0" u="none" strike="noStrike" cap="none">
                <a:solidFill>
                  <a:schemeClr val="lt1"/>
                </a:solidFill>
                <a:latin typeface="Calibri"/>
                <a:ea typeface="Calibri"/>
                <a:cs typeface="Calibri"/>
                <a:sym typeface="Calibri"/>
              </a:defRPr>
            </a:lvl5pPr>
            <a:lvl6pPr marL="0" marR="0" lvl="5" indent="0" algn="r" rtl="0">
              <a:lnSpc>
                <a:spcPct val="100000"/>
              </a:lnSpc>
              <a:spcBef>
                <a:spcPts val="0"/>
              </a:spcBef>
              <a:spcAft>
                <a:spcPts val="0"/>
              </a:spcAft>
              <a:buClr>
                <a:schemeClr val="lt1"/>
              </a:buClr>
              <a:buSzPts val="1800"/>
              <a:buFont typeface="Calibri"/>
              <a:buNone/>
              <a:defRPr sz="1800" b="0" i="0" u="none" strike="noStrike" cap="none">
                <a:solidFill>
                  <a:schemeClr val="lt1"/>
                </a:solidFill>
                <a:latin typeface="Calibri"/>
                <a:ea typeface="Calibri"/>
                <a:cs typeface="Calibri"/>
                <a:sym typeface="Calibri"/>
              </a:defRPr>
            </a:lvl6pPr>
            <a:lvl7pPr marL="0" marR="0" lvl="6" indent="0" algn="r" rtl="0">
              <a:lnSpc>
                <a:spcPct val="100000"/>
              </a:lnSpc>
              <a:spcBef>
                <a:spcPts val="0"/>
              </a:spcBef>
              <a:spcAft>
                <a:spcPts val="0"/>
              </a:spcAft>
              <a:buClr>
                <a:schemeClr val="lt1"/>
              </a:buClr>
              <a:buSzPts val="1800"/>
              <a:buFont typeface="Calibri"/>
              <a:buNone/>
              <a:defRPr sz="1800" b="0" i="0" u="none" strike="noStrike" cap="none">
                <a:solidFill>
                  <a:schemeClr val="lt1"/>
                </a:solidFill>
                <a:latin typeface="Calibri"/>
                <a:ea typeface="Calibri"/>
                <a:cs typeface="Calibri"/>
                <a:sym typeface="Calibri"/>
              </a:defRPr>
            </a:lvl7pPr>
            <a:lvl8pPr marL="0" marR="0" lvl="7" indent="0" algn="r" rtl="0">
              <a:lnSpc>
                <a:spcPct val="100000"/>
              </a:lnSpc>
              <a:spcBef>
                <a:spcPts val="0"/>
              </a:spcBef>
              <a:spcAft>
                <a:spcPts val="0"/>
              </a:spcAft>
              <a:buClr>
                <a:schemeClr val="lt1"/>
              </a:buClr>
              <a:buSzPts val="1800"/>
              <a:buFont typeface="Calibri"/>
              <a:buNone/>
              <a:defRPr sz="1800" b="0" i="0" u="none" strike="noStrike" cap="none">
                <a:solidFill>
                  <a:schemeClr val="lt1"/>
                </a:solidFill>
                <a:latin typeface="Calibri"/>
                <a:ea typeface="Calibri"/>
                <a:cs typeface="Calibri"/>
                <a:sym typeface="Calibri"/>
              </a:defRPr>
            </a:lvl8pPr>
            <a:lvl9pPr marL="0" marR="0" lvl="8" indent="0" algn="r" rtl="0">
              <a:lnSpc>
                <a:spcPct val="100000"/>
              </a:lnSpc>
              <a:spcBef>
                <a:spcPts val="0"/>
              </a:spcBef>
              <a:spcAft>
                <a:spcPts val="0"/>
              </a:spcAft>
              <a:buClr>
                <a:schemeClr val="lt1"/>
              </a:buClr>
              <a:buSzPts val="1800"/>
              <a:buFont typeface="Calibri"/>
              <a:buNone/>
              <a:defRPr sz="1800" b="0" i="0" u="none" strike="noStrike" cap="none">
                <a:solidFill>
                  <a:schemeClr val="lt1"/>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smtClean="0"/>
              <a:t>‹#›</a:t>
            </a:fld>
            <a:endParaRPr sz="1400" dirty="0">
              <a:solidFill>
                <a:srgbClr val="000000"/>
              </a:solidFill>
              <a:latin typeface="Arial"/>
              <a:ea typeface="Arial"/>
              <a:cs typeface="Arial"/>
              <a:sym typeface="Arial"/>
            </a:endParaRPr>
          </a:p>
        </p:txBody>
      </p:sp>
      <p:sp>
        <p:nvSpPr>
          <p:cNvPr id="28" name="Google Shape;28;p44"/>
          <p:cNvSpPr txBox="1"/>
          <p:nvPr/>
        </p:nvSpPr>
        <p:spPr>
          <a:xfrm>
            <a:off x="6411446" y="4717061"/>
            <a:ext cx="1875961" cy="393600"/>
          </a:xfrm>
          <a:prstGeom prst="rect">
            <a:avLst/>
          </a:prstGeom>
          <a:noFill/>
          <a:ln>
            <a:noFill/>
          </a:ln>
        </p:spPr>
        <p:txBody>
          <a:bodyPr spcFirstLastPara="1" wrap="square" lIns="91425" tIns="91425" rIns="91425" bIns="91425" anchor="ctr" anchorCtr="0">
            <a:normAutofit fontScale="40000" lnSpcReduction="20000"/>
          </a:bodyPr>
          <a:lstStyle/>
          <a:p>
            <a:pPr marL="0" marR="0" lvl="0" indent="0" algn="r" rtl="0">
              <a:lnSpc>
                <a:spcPct val="100000"/>
              </a:lnSpc>
              <a:spcBef>
                <a:spcPts val="0"/>
              </a:spcBef>
              <a:spcAft>
                <a:spcPts val="0"/>
              </a:spcAft>
              <a:buClr>
                <a:schemeClr val="lt1"/>
              </a:buClr>
              <a:buSzPct val="100000"/>
              <a:buFont typeface="Calibri"/>
              <a:buNone/>
            </a:pPr>
            <a:r>
              <a:rPr lang="en-US" sz="1800" b="0" i="0" u="none" strike="noStrike" cap="none" dirty="0">
                <a:solidFill>
                  <a:schemeClr val="lt1"/>
                </a:solidFill>
                <a:latin typeface="Calibri"/>
                <a:ea typeface="Calibri"/>
                <a:cs typeface="Calibri"/>
                <a:sym typeface="Calibri"/>
              </a:rPr>
              <a:t>Govindarajan, Mehta</a:t>
            </a:r>
          </a:p>
          <a:p>
            <a:pPr marL="0" marR="0" lvl="0" indent="0" algn="r" rtl="0">
              <a:lnSpc>
                <a:spcPct val="100000"/>
              </a:lnSpc>
              <a:spcBef>
                <a:spcPts val="0"/>
              </a:spcBef>
              <a:spcAft>
                <a:spcPts val="0"/>
              </a:spcAft>
              <a:buClr>
                <a:schemeClr val="lt1"/>
              </a:buClr>
              <a:buSzPct val="100000"/>
              <a:buFont typeface="Calibri"/>
              <a:buNone/>
            </a:pPr>
            <a:r>
              <a:rPr lang="en-US" sz="1800" b="0" i="0" u="none" strike="noStrike" cap="none" dirty="0">
                <a:solidFill>
                  <a:schemeClr val="lt1"/>
                </a:solidFill>
                <a:latin typeface="Calibri"/>
                <a:ea typeface="Calibri"/>
                <a:cs typeface="Calibri"/>
                <a:sym typeface="Calibri"/>
              </a:rPr>
              <a:t>ROB 516 – Winter 2026</a:t>
            </a:r>
            <a:endParaRPr sz="1800" b="0" i="0" u="none" strike="noStrike" cap="none" dirty="0">
              <a:solidFill>
                <a:schemeClr val="lt1"/>
              </a:solidFill>
              <a:latin typeface="Calibri"/>
              <a:ea typeface="Calibri"/>
              <a:cs typeface="Calibri"/>
              <a:sym typeface="Calibri"/>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White Title and Content">
  <p:cSld name="White Title and Content">
    <p:spTree>
      <p:nvGrpSpPr>
        <p:cNvPr id="1" name="Shape 29"/>
        <p:cNvGrpSpPr/>
        <p:nvPr/>
      </p:nvGrpSpPr>
      <p:grpSpPr>
        <a:xfrm>
          <a:off x="0" y="0"/>
          <a:ext cx="0" cy="0"/>
          <a:chOff x="0" y="0"/>
          <a:chExt cx="0" cy="0"/>
        </a:xfrm>
      </p:grpSpPr>
      <p:cxnSp>
        <p:nvCxnSpPr>
          <p:cNvPr id="30" name="Google Shape;30;p46"/>
          <p:cNvCxnSpPr/>
          <p:nvPr/>
        </p:nvCxnSpPr>
        <p:spPr>
          <a:xfrm>
            <a:off x="457200" y="759953"/>
            <a:ext cx="8229600" cy="0"/>
          </a:xfrm>
          <a:prstGeom prst="straightConnector1">
            <a:avLst/>
          </a:prstGeom>
          <a:noFill/>
          <a:ln w="25400" cap="flat" cmpd="dbl">
            <a:solidFill>
              <a:schemeClr val="lt2"/>
            </a:solidFill>
            <a:prstDash val="solid"/>
            <a:round/>
            <a:headEnd type="none" w="sm" len="sm"/>
            <a:tailEnd type="none" w="sm" len="sm"/>
          </a:ln>
        </p:spPr>
      </p:cxnSp>
      <p:sp>
        <p:nvSpPr>
          <p:cNvPr id="31" name="Google Shape;31;p46"/>
          <p:cNvSpPr txBox="1">
            <a:spLocks noGrp="1"/>
          </p:cNvSpPr>
          <p:nvPr>
            <p:ph type="title"/>
          </p:nvPr>
        </p:nvSpPr>
        <p:spPr>
          <a:xfrm>
            <a:off x="457200" y="3"/>
            <a:ext cx="8229600" cy="857400"/>
          </a:xfrm>
          <a:prstGeom prst="rect">
            <a:avLst/>
          </a:prstGeom>
          <a:noFill/>
          <a:ln>
            <a:noFill/>
          </a:ln>
        </p:spPr>
        <p:txBody>
          <a:bodyPr spcFirstLastPara="1" wrap="square" lIns="68575" tIns="34275" rIns="68575" bIns="34275" anchor="ctr" anchorCtr="0">
            <a:noAutofit/>
          </a:bodyPr>
          <a:lstStyle>
            <a:lvl1pPr marR="0" lvl="0" algn="ctr" rtl="0">
              <a:lnSpc>
                <a:spcPct val="90000"/>
              </a:lnSpc>
              <a:spcBef>
                <a:spcPts val="0"/>
              </a:spcBef>
              <a:spcAft>
                <a:spcPts val="0"/>
              </a:spcAft>
              <a:buClr>
                <a:schemeClr val="dk1"/>
              </a:buClr>
              <a:buSzPts val="1000"/>
              <a:buFont typeface="Calibri"/>
              <a:buNone/>
              <a:defRPr sz="3300" b="0" i="0" u="none" strike="noStrike" cap="none">
                <a:solidFill>
                  <a:schemeClr val="dk1"/>
                </a:solidFill>
                <a:latin typeface="Calibri"/>
                <a:ea typeface="Calibri"/>
                <a:cs typeface="Calibri"/>
                <a:sym typeface="Calibri"/>
              </a:defRPr>
            </a:lvl1pPr>
            <a:lvl2pPr marR="0" lvl="1" algn="ctr" rtl="0">
              <a:lnSpc>
                <a:spcPct val="100000"/>
              </a:lnSpc>
              <a:spcBef>
                <a:spcPts val="0"/>
              </a:spcBef>
              <a:spcAft>
                <a:spcPts val="0"/>
              </a:spcAft>
              <a:buClr>
                <a:srgbClr val="000000"/>
              </a:buClr>
              <a:buSzPts val="1100"/>
              <a:buFont typeface="Arial"/>
              <a:buNone/>
              <a:defRPr sz="1800" b="0" i="0" u="none" strike="noStrike" cap="none">
                <a:solidFill>
                  <a:srgbClr val="000000"/>
                </a:solidFill>
                <a:latin typeface="Arial"/>
                <a:ea typeface="Arial"/>
                <a:cs typeface="Arial"/>
                <a:sym typeface="Arial"/>
              </a:defRPr>
            </a:lvl2pPr>
            <a:lvl3pPr marR="0" lvl="2" algn="ctr" rtl="0">
              <a:lnSpc>
                <a:spcPct val="100000"/>
              </a:lnSpc>
              <a:spcBef>
                <a:spcPts val="0"/>
              </a:spcBef>
              <a:spcAft>
                <a:spcPts val="0"/>
              </a:spcAft>
              <a:buClr>
                <a:srgbClr val="000000"/>
              </a:buClr>
              <a:buSzPts val="1100"/>
              <a:buFont typeface="Arial"/>
              <a:buNone/>
              <a:defRPr sz="1800" b="0" i="0" u="none" strike="noStrike" cap="none">
                <a:solidFill>
                  <a:srgbClr val="000000"/>
                </a:solidFill>
                <a:latin typeface="Arial"/>
                <a:ea typeface="Arial"/>
                <a:cs typeface="Arial"/>
                <a:sym typeface="Arial"/>
              </a:defRPr>
            </a:lvl3pPr>
            <a:lvl4pPr marR="0" lvl="3" algn="ctr" rtl="0">
              <a:lnSpc>
                <a:spcPct val="100000"/>
              </a:lnSpc>
              <a:spcBef>
                <a:spcPts val="0"/>
              </a:spcBef>
              <a:spcAft>
                <a:spcPts val="0"/>
              </a:spcAft>
              <a:buClr>
                <a:srgbClr val="000000"/>
              </a:buClr>
              <a:buSzPts val="1100"/>
              <a:buFont typeface="Arial"/>
              <a:buNone/>
              <a:defRPr sz="1800" b="0" i="0" u="none" strike="noStrike" cap="none">
                <a:solidFill>
                  <a:srgbClr val="000000"/>
                </a:solidFill>
                <a:latin typeface="Arial"/>
                <a:ea typeface="Arial"/>
                <a:cs typeface="Arial"/>
                <a:sym typeface="Arial"/>
              </a:defRPr>
            </a:lvl4pPr>
            <a:lvl5pPr marR="0" lvl="4" algn="ctr" rtl="0">
              <a:lnSpc>
                <a:spcPct val="100000"/>
              </a:lnSpc>
              <a:spcBef>
                <a:spcPts val="0"/>
              </a:spcBef>
              <a:spcAft>
                <a:spcPts val="0"/>
              </a:spcAft>
              <a:buClr>
                <a:srgbClr val="000000"/>
              </a:buClr>
              <a:buSzPts val="1100"/>
              <a:buFont typeface="Arial"/>
              <a:buNone/>
              <a:defRPr sz="1800" b="0" i="0" u="none" strike="noStrike" cap="none">
                <a:solidFill>
                  <a:srgbClr val="000000"/>
                </a:solidFill>
                <a:latin typeface="Arial"/>
                <a:ea typeface="Arial"/>
                <a:cs typeface="Arial"/>
                <a:sym typeface="Arial"/>
              </a:defRPr>
            </a:lvl5pPr>
            <a:lvl6pPr marR="0" lvl="5" algn="ctr" rtl="0">
              <a:lnSpc>
                <a:spcPct val="100000"/>
              </a:lnSpc>
              <a:spcBef>
                <a:spcPts val="0"/>
              </a:spcBef>
              <a:spcAft>
                <a:spcPts val="0"/>
              </a:spcAft>
              <a:buClr>
                <a:srgbClr val="000000"/>
              </a:buClr>
              <a:buSzPts val="1100"/>
              <a:buFont typeface="Arial"/>
              <a:buNone/>
              <a:defRPr sz="1800" b="0" i="0" u="none" strike="noStrike" cap="none">
                <a:solidFill>
                  <a:srgbClr val="000000"/>
                </a:solidFill>
                <a:latin typeface="Arial"/>
                <a:ea typeface="Arial"/>
                <a:cs typeface="Arial"/>
                <a:sym typeface="Arial"/>
              </a:defRPr>
            </a:lvl6pPr>
            <a:lvl7pPr marR="0" lvl="6" algn="ctr" rtl="0">
              <a:lnSpc>
                <a:spcPct val="100000"/>
              </a:lnSpc>
              <a:spcBef>
                <a:spcPts val="0"/>
              </a:spcBef>
              <a:spcAft>
                <a:spcPts val="0"/>
              </a:spcAft>
              <a:buClr>
                <a:srgbClr val="000000"/>
              </a:buClr>
              <a:buSzPts val="1100"/>
              <a:buFont typeface="Arial"/>
              <a:buNone/>
              <a:defRPr sz="1800" b="0" i="0" u="none" strike="noStrike" cap="none">
                <a:solidFill>
                  <a:srgbClr val="000000"/>
                </a:solidFill>
                <a:latin typeface="Arial"/>
                <a:ea typeface="Arial"/>
                <a:cs typeface="Arial"/>
                <a:sym typeface="Arial"/>
              </a:defRPr>
            </a:lvl7pPr>
            <a:lvl8pPr marR="0" lvl="7" algn="ctr" rtl="0">
              <a:lnSpc>
                <a:spcPct val="100000"/>
              </a:lnSpc>
              <a:spcBef>
                <a:spcPts val="0"/>
              </a:spcBef>
              <a:spcAft>
                <a:spcPts val="0"/>
              </a:spcAft>
              <a:buClr>
                <a:srgbClr val="000000"/>
              </a:buClr>
              <a:buSzPts val="1100"/>
              <a:buFont typeface="Arial"/>
              <a:buNone/>
              <a:defRPr sz="1800" b="0" i="0" u="none" strike="noStrike" cap="none">
                <a:solidFill>
                  <a:srgbClr val="000000"/>
                </a:solidFill>
                <a:latin typeface="Arial"/>
                <a:ea typeface="Arial"/>
                <a:cs typeface="Arial"/>
                <a:sym typeface="Arial"/>
              </a:defRPr>
            </a:lvl8pPr>
            <a:lvl9pPr marR="0" lvl="8" algn="ctr" rtl="0">
              <a:lnSpc>
                <a:spcPct val="100000"/>
              </a:lnSpc>
              <a:spcBef>
                <a:spcPts val="0"/>
              </a:spcBef>
              <a:spcAft>
                <a:spcPts val="0"/>
              </a:spcAft>
              <a:buClr>
                <a:srgbClr val="000000"/>
              </a:buClr>
              <a:buSzPts val="1100"/>
              <a:buFont typeface="Arial"/>
              <a:buNone/>
              <a:defRPr sz="1800" b="0" i="0" u="none" strike="noStrike" cap="none">
                <a:solidFill>
                  <a:srgbClr val="000000"/>
                </a:solidFill>
                <a:latin typeface="Arial"/>
                <a:ea typeface="Arial"/>
                <a:cs typeface="Arial"/>
                <a:sym typeface="Arial"/>
              </a:defRPr>
            </a:lvl9pPr>
          </a:lstStyle>
          <a:p>
            <a:endParaRPr/>
          </a:p>
        </p:txBody>
      </p:sp>
      <p:sp>
        <p:nvSpPr>
          <p:cNvPr id="32" name="Google Shape;32;p46"/>
          <p:cNvSpPr txBox="1">
            <a:spLocks noGrp="1"/>
          </p:cNvSpPr>
          <p:nvPr>
            <p:ph type="body" idx="1"/>
          </p:nvPr>
        </p:nvSpPr>
        <p:spPr>
          <a:xfrm>
            <a:off x="457200" y="874500"/>
            <a:ext cx="8229600" cy="3394500"/>
          </a:xfrm>
          <a:prstGeom prst="rect">
            <a:avLst/>
          </a:prstGeom>
          <a:noFill/>
          <a:ln>
            <a:noFill/>
          </a:ln>
        </p:spPr>
        <p:txBody>
          <a:bodyPr spcFirstLastPara="1" wrap="square" lIns="68575" tIns="34275" rIns="68575" bIns="34275" anchor="t" anchorCtr="0">
            <a:noAutofit/>
          </a:bodyPr>
          <a:lstStyle>
            <a:lvl1pPr marL="457200" marR="0" lvl="0" indent="-381000" algn="l" rtl="0">
              <a:lnSpc>
                <a:spcPct val="90000"/>
              </a:lnSpc>
              <a:spcBef>
                <a:spcPts val="500"/>
              </a:spcBef>
              <a:spcAft>
                <a:spcPts val="0"/>
              </a:spcAft>
              <a:buClr>
                <a:schemeClr val="dk1"/>
              </a:buClr>
              <a:buSzPts val="2400"/>
              <a:buFont typeface="Arial"/>
              <a:buChar char="•"/>
              <a:defRPr sz="2100" b="0" i="0" u="none" strike="noStrike" cap="none">
                <a:solidFill>
                  <a:schemeClr val="dk1"/>
                </a:solidFill>
                <a:latin typeface="Calibri"/>
                <a:ea typeface="Calibri"/>
                <a:cs typeface="Calibri"/>
                <a:sym typeface="Calibri"/>
              </a:defRPr>
            </a:lvl1pPr>
            <a:lvl2pPr marL="914400" marR="0" lvl="1" indent="-361950" algn="l" rtl="0">
              <a:lnSpc>
                <a:spcPct val="90000"/>
              </a:lnSpc>
              <a:spcBef>
                <a:spcPts val="400"/>
              </a:spcBef>
              <a:spcAft>
                <a:spcPts val="0"/>
              </a:spcAft>
              <a:buClr>
                <a:schemeClr val="dk1"/>
              </a:buClr>
              <a:buSzPts val="2100"/>
              <a:buFont typeface="Arial"/>
              <a:buChar char="–"/>
              <a:defRPr sz="1800" b="0" i="0" u="none" strike="noStrike" cap="none">
                <a:solidFill>
                  <a:schemeClr val="dk1"/>
                </a:solidFill>
                <a:latin typeface="Calibri"/>
                <a:ea typeface="Calibri"/>
                <a:cs typeface="Calibri"/>
                <a:sym typeface="Calibri"/>
              </a:defRPr>
            </a:lvl2pPr>
            <a:lvl3pPr marL="1371600" marR="0" lvl="2" indent="-342900" algn="l" rtl="0">
              <a:lnSpc>
                <a:spcPct val="90000"/>
              </a:lnSpc>
              <a:spcBef>
                <a:spcPts val="400"/>
              </a:spcBef>
              <a:spcAft>
                <a:spcPts val="0"/>
              </a:spcAft>
              <a:buClr>
                <a:schemeClr val="dk1"/>
              </a:buClr>
              <a:buSzPts val="1800"/>
              <a:buFont typeface="Arial"/>
              <a:buChar char="•"/>
              <a:defRPr sz="1500" b="0" i="0" u="none" strike="noStrike" cap="none">
                <a:solidFill>
                  <a:schemeClr val="dk1"/>
                </a:solidFill>
                <a:latin typeface="Calibri"/>
                <a:ea typeface="Calibri"/>
                <a:cs typeface="Calibri"/>
                <a:sym typeface="Calibri"/>
              </a:defRPr>
            </a:lvl3pPr>
            <a:lvl4pPr marL="1828800" marR="0" lvl="3" indent="-323850" algn="l" rtl="0">
              <a:lnSpc>
                <a:spcPct val="90000"/>
              </a:lnSpc>
              <a:spcBef>
                <a:spcPts val="300"/>
              </a:spcBef>
              <a:spcAft>
                <a:spcPts val="0"/>
              </a:spcAft>
              <a:buClr>
                <a:schemeClr val="dk1"/>
              </a:buClr>
              <a:buSzPts val="1500"/>
              <a:buFont typeface="Arial"/>
              <a:buChar char="–"/>
              <a:defRPr sz="1350" b="0" i="0" u="none" strike="noStrike" cap="none">
                <a:solidFill>
                  <a:schemeClr val="dk1"/>
                </a:solidFill>
                <a:latin typeface="Calibri"/>
                <a:ea typeface="Calibri"/>
                <a:cs typeface="Calibri"/>
                <a:sym typeface="Calibri"/>
              </a:defRPr>
            </a:lvl4pPr>
            <a:lvl5pPr marL="2286000" marR="0" lvl="4" indent="-323850" algn="l" rtl="0">
              <a:lnSpc>
                <a:spcPct val="90000"/>
              </a:lnSpc>
              <a:spcBef>
                <a:spcPts val="300"/>
              </a:spcBef>
              <a:spcAft>
                <a:spcPts val="0"/>
              </a:spcAft>
              <a:buClr>
                <a:schemeClr val="dk1"/>
              </a:buClr>
              <a:buSzPts val="1500"/>
              <a:buFont typeface="Arial"/>
              <a:buChar char="»"/>
              <a:defRPr sz="1350" b="0" i="0" u="none" strike="noStrike" cap="none">
                <a:solidFill>
                  <a:schemeClr val="dk1"/>
                </a:solidFill>
                <a:latin typeface="Calibri"/>
                <a:ea typeface="Calibri"/>
                <a:cs typeface="Calibri"/>
                <a:sym typeface="Calibri"/>
              </a:defRPr>
            </a:lvl5pPr>
            <a:lvl6pPr marL="2743200" marR="0" lvl="5" indent="-317500" algn="l" rtl="0">
              <a:lnSpc>
                <a:spcPct val="90000"/>
              </a:lnSpc>
              <a:spcBef>
                <a:spcPts val="300"/>
              </a:spcBef>
              <a:spcAft>
                <a:spcPts val="0"/>
              </a:spcAft>
              <a:buClr>
                <a:schemeClr val="dk1"/>
              </a:buClr>
              <a:buSzPts val="1400"/>
              <a:buFont typeface="Arial"/>
              <a:buChar char="•"/>
              <a:defRPr sz="1350" b="0" i="0" u="none" strike="noStrike" cap="none">
                <a:solidFill>
                  <a:schemeClr val="dk1"/>
                </a:solidFill>
                <a:latin typeface="Calibri"/>
                <a:ea typeface="Calibri"/>
                <a:cs typeface="Calibri"/>
                <a:sym typeface="Calibri"/>
              </a:defRPr>
            </a:lvl6pPr>
            <a:lvl7pPr marL="3200400" marR="0" lvl="6" indent="-317500" algn="l" rtl="0">
              <a:lnSpc>
                <a:spcPct val="90000"/>
              </a:lnSpc>
              <a:spcBef>
                <a:spcPts val="1000"/>
              </a:spcBef>
              <a:spcAft>
                <a:spcPts val="0"/>
              </a:spcAft>
              <a:buClr>
                <a:schemeClr val="dk1"/>
              </a:buClr>
              <a:buSzPts val="1400"/>
              <a:buFont typeface="Arial"/>
              <a:buChar char="•"/>
              <a:defRPr sz="1350" b="0" i="0" u="none" strike="noStrike" cap="none">
                <a:solidFill>
                  <a:schemeClr val="dk1"/>
                </a:solidFill>
                <a:latin typeface="Calibri"/>
                <a:ea typeface="Calibri"/>
                <a:cs typeface="Calibri"/>
                <a:sym typeface="Calibri"/>
              </a:defRPr>
            </a:lvl7pPr>
            <a:lvl8pPr marL="3657600" marR="0" lvl="7" indent="-317500" algn="l" rtl="0">
              <a:lnSpc>
                <a:spcPct val="90000"/>
              </a:lnSpc>
              <a:spcBef>
                <a:spcPts val="1000"/>
              </a:spcBef>
              <a:spcAft>
                <a:spcPts val="0"/>
              </a:spcAft>
              <a:buClr>
                <a:schemeClr val="dk1"/>
              </a:buClr>
              <a:buSzPts val="1400"/>
              <a:buFont typeface="Arial"/>
              <a:buChar char="•"/>
              <a:defRPr sz="1350" b="0" i="0" u="none" strike="noStrike" cap="none">
                <a:solidFill>
                  <a:schemeClr val="dk1"/>
                </a:solidFill>
                <a:latin typeface="Calibri"/>
                <a:ea typeface="Calibri"/>
                <a:cs typeface="Calibri"/>
                <a:sym typeface="Calibri"/>
              </a:defRPr>
            </a:lvl8pPr>
            <a:lvl9pPr marL="4114800" marR="0" lvl="8" indent="-317500" algn="l" rtl="0">
              <a:lnSpc>
                <a:spcPct val="90000"/>
              </a:lnSpc>
              <a:spcBef>
                <a:spcPts val="1000"/>
              </a:spcBef>
              <a:spcAft>
                <a:spcPts val="1000"/>
              </a:spcAft>
              <a:buClr>
                <a:schemeClr val="dk1"/>
              </a:buClr>
              <a:buSzPts val="140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33" name="Google Shape;33;p46"/>
          <p:cNvSpPr txBox="1">
            <a:spLocks noGrp="1"/>
          </p:cNvSpPr>
          <p:nvPr>
            <p:ph type="sldNum" idx="12"/>
          </p:nvPr>
        </p:nvSpPr>
        <p:spPr>
          <a:xfrm>
            <a:off x="457197" y="4776788"/>
            <a:ext cx="594000" cy="273900"/>
          </a:xfrm>
          <a:prstGeom prst="rect">
            <a:avLst/>
          </a:prstGeom>
          <a:noFill/>
          <a:ln>
            <a:noFill/>
          </a:ln>
        </p:spPr>
        <p:txBody>
          <a:bodyPr spcFirstLastPara="1" wrap="square" lIns="68575" tIns="34275" rIns="68575" bIns="34275" anchor="b" anchorCtr="0">
            <a:noAutofit/>
          </a:bodyPr>
          <a:lstStyle>
            <a:lvl1pPr marL="0" marR="0" lvl="0" indent="0" algn="ctr" rtl="0">
              <a:lnSpc>
                <a:spcPct val="100000"/>
              </a:lnSpc>
              <a:spcBef>
                <a:spcPts val="0"/>
              </a:spcBef>
              <a:spcAft>
                <a:spcPts val="0"/>
              </a:spcAft>
              <a:buClr>
                <a:srgbClr val="8D8D8D"/>
              </a:buClr>
              <a:buSzPts val="900"/>
              <a:buFont typeface="Calibri"/>
              <a:buNone/>
              <a:defRPr sz="900" b="0" i="0" u="none" strike="noStrike" cap="none">
                <a:solidFill>
                  <a:srgbClr val="8D8D8D"/>
                </a:solidFill>
                <a:latin typeface="Calibri"/>
                <a:ea typeface="Calibri"/>
                <a:cs typeface="Calibri"/>
                <a:sym typeface="Calibri"/>
              </a:defRPr>
            </a:lvl1pPr>
            <a:lvl2pPr marL="0" marR="0" lvl="1" indent="0" algn="ctr" rtl="0">
              <a:lnSpc>
                <a:spcPct val="100000"/>
              </a:lnSpc>
              <a:spcBef>
                <a:spcPts val="0"/>
              </a:spcBef>
              <a:spcAft>
                <a:spcPts val="0"/>
              </a:spcAft>
              <a:buClr>
                <a:srgbClr val="8D8D8D"/>
              </a:buClr>
              <a:buSzPts val="900"/>
              <a:buFont typeface="Calibri"/>
              <a:buNone/>
              <a:defRPr sz="900" b="0" i="0" u="none" strike="noStrike" cap="none">
                <a:solidFill>
                  <a:srgbClr val="8D8D8D"/>
                </a:solidFill>
                <a:latin typeface="Calibri"/>
                <a:ea typeface="Calibri"/>
                <a:cs typeface="Calibri"/>
                <a:sym typeface="Calibri"/>
              </a:defRPr>
            </a:lvl2pPr>
            <a:lvl3pPr marL="0" marR="0" lvl="2" indent="0" algn="ctr" rtl="0">
              <a:lnSpc>
                <a:spcPct val="100000"/>
              </a:lnSpc>
              <a:spcBef>
                <a:spcPts val="0"/>
              </a:spcBef>
              <a:spcAft>
                <a:spcPts val="0"/>
              </a:spcAft>
              <a:buClr>
                <a:srgbClr val="8D8D8D"/>
              </a:buClr>
              <a:buSzPts val="900"/>
              <a:buFont typeface="Calibri"/>
              <a:buNone/>
              <a:defRPr sz="900" b="0" i="0" u="none" strike="noStrike" cap="none">
                <a:solidFill>
                  <a:srgbClr val="8D8D8D"/>
                </a:solidFill>
                <a:latin typeface="Calibri"/>
                <a:ea typeface="Calibri"/>
                <a:cs typeface="Calibri"/>
                <a:sym typeface="Calibri"/>
              </a:defRPr>
            </a:lvl3pPr>
            <a:lvl4pPr marL="0" marR="0" lvl="3" indent="0" algn="ctr" rtl="0">
              <a:lnSpc>
                <a:spcPct val="100000"/>
              </a:lnSpc>
              <a:spcBef>
                <a:spcPts val="0"/>
              </a:spcBef>
              <a:spcAft>
                <a:spcPts val="0"/>
              </a:spcAft>
              <a:buClr>
                <a:srgbClr val="8D8D8D"/>
              </a:buClr>
              <a:buSzPts val="900"/>
              <a:buFont typeface="Calibri"/>
              <a:buNone/>
              <a:defRPr sz="900" b="0" i="0" u="none" strike="noStrike" cap="none">
                <a:solidFill>
                  <a:srgbClr val="8D8D8D"/>
                </a:solidFill>
                <a:latin typeface="Calibri"/>
                <a:ea typeface="Calibri"/>
                <a:cs typeface="Calibri"/>
                <a:sym typeface="Calibri"/>
              </a:defRPr>
            </a:lvl4pPr>
            <a:lvl5pPr marL="0" marR="0" lvl="4" indent="0" algn="ctr" rtl="0">
              <a:lnSpc>
                <a:spcPct val="100000"/>
              </a:lnSpc>
              <a:spcBef>
                <a:spcPts val="0"/>
              </a:spcBef>
              <a:spcAft>
                <a:spcPts val="0"/>
              </a:spcAft>
              <a:buClr>
                <a:srgbClr val="8D8D8D"/>
              </a:buClr>
              <a:buSzPts val="900"/>
              <a:buFont typeface="Calibri"/>
              <a:buNone/>
              <a:defRPr sz="900" b="0" i="0" u="none" strike="noStrike" cap="none">
                <a:solidFill>
                  <a:srgbClr val="8D8D8D"/>
                </a:solidFill>
                <a:latin typeface="Calibri"/>
                <a:ea typeface="Calibri"/>
                <a:cs typeface="Calibri"/>
                <a:sym typeface="Calibri"/>
              </a:defRPr>
            </a:lvl5pPr>
            <a:lvl6pPr marL="0" marR="0" lvl="5" indent="0" algn="ctr" rtl="0">
              <a:lnSpc>
                <a:spcPct val="100000"/>
              </a:lnSpc>
              <a:spcBef>
                <a:spcPts val="0"/>
              </a:spcBef>
              <a:spcAft>
                <a:spcPts val="0"/>
              </a:spcAft>
              <a:buClr>
                <a:srgbClr val="8D8D8D"/>
              </a:buClr>
              <a:buSzPts val="900"/>
              <a:buFont typeface="Calibri"/>
              <a:buNone/>
              <a:defRPr sz="900" b="0" i="0" u="none" strike="noStrike" cap="none">
                <a:solidFill>
                  <a:srgbClr val="8D8D8D"/>
                </a:solidFill>
                <a:latin typeface="Calibri"/>
                <a:ea typeface="Calibri"/>
                <a:cs typeface="Calibri"/>
                <a:sym typeface="Calibri"/>
              </a:defRPr>
            </a:lvl6pPr>
            <a:lvl7pPr marL="0" marR="0" lvl="6" indent="0" algn="ctr" rtl="0">
              <a:lnSpc>
                <a:spcPct val="100000"/>
              </a:lnSpc>
              <a:spcBef>
                <a:spcPts val="0"/>
              </a:spcBef>
              <a:spcAft>
                <a:spcPts val="0"/>
              </a:spcAft>
              <a:buClr>
                <a:srgbClr val="8D8D8D"/>
              </a:buClr>
              <a:buSzPts val="900"/>
              <a:buFont typeface="Calibri"/>
              <a:buNone/>
              <a:defRPr sz="900" b="0" i="0" u="none" strike="noStrike" cap="none">
                <a:solidFill>
                  <a:srgbClr val="8D8D8D"/>
                </a:solidFill>
                <a:latin typeface="Calibri"/>
                <a:ea typeface="Calibri"/>
                <a:cs typeface="Calibri"/>
                <a:sym typeface="Calibri"/>
              </a:defRPr>
            </a:lvl7pPr>
            <a:lvl8pPr marL="0" marR="0" lvl="7" indent="0" algn="ctr" rtl="0">
              <a:lnSpc>
                <a:spcPct val="100000"/>
              </a:lnSpc>
              <a:spcBef>
                <a:spcPts val="0"/>
              </a:spcBef>
              <a:spcAft>
                <a:spcPts val="0"/>
              </a:spcAft>
              <a:buClr>
                <a:srgbClr val="8D8D8D"/>
              </a:buClr>
              <a:buSzPts val="900"/>
              <a:buFont typeface="Calibri"/>
              <a:buNone/>
              <a:defRPr sz="900" b="0" i="0" u="none" strike="noStrike" cap="none">
                <a:solidFill>
                  <a:srgbClr val="8D8D8D"/>
                </a:solidFill>
                <a:latin typeface="Calibri"/>
                <a:ea typeface="Calibri"/>
                <a:cs typeface="Calibri"/>
                <a:sym typeface="Calibri"/>
              </a:defRPr>
            </a:lvl8pPr>
            <a:lvl9pPr marL="0" marR="0" lvl="8" indent="0" algn="ctr" rtl="0">
              <a:lnSpc>
                <a:spcPct val="100000"/>
              </a:lnSpc>
              <a:spcBef>
                <a:spcPts val="0"/>
              </a:spcBef>
              <a:spcAft>
                <a:spcPts val="0"/>
              </a:spcAft>
              <a:buClr>
                <a:srgbClr val="8D8D8D"/>
              </a:buClr>
              <a:buSzPts val="900"/>
              <a:buFont typeface="Calibri"/>
              <a:buNone/>
              <a:defRPr sz="900" b="0" i="0" u="none" strike="noStrike" cap="none">
                <a:solidFill>
                  <a:srgbClr val="8D8D8D"/>
                </a:solidFill>
                <a:latin typeface="Calibri"/>
                <a:ea typeface="Calibri"/>
                <a:cs typeface="Calibri"/>
                <a:sym typeface="Calibri"/>
              </a:defRPr>
            </a:lvl9pPr>
          </a:lstStyle>
          <a:p>
            <a:pPr marL="0" lvl="0" indent="0" algn="ctr" rtl="0">
              <a:spcBef>
                <a:spcPts val="0"/>
              </a:spcBef>
              <a:spcAft>
                <a:spcPts val="0"/>
              </a:spcAft>
              <a:buNone/>
            </a:pPr>
            <a:fld id="{00000000-1234-1234-1234-123412341234}" type="slidenum">
              <a:rPr lang="en-US"/>
              <a:t>‹#›</a:t>
            </a:fld>
            <a:endParaRPr/>
          </a:p>
        </p:txBody>
      </p:sp>
      <p:sp>
        <p:nvSpPr>
          <p:cNvPr id="34" name="Google Shape;34;p46"/>
          <p:cNvSpPr txBox="1"/>
          <p:nvPr/>
        </p:nvSpPr>
        <p:spPr>
          <a:xfrm>
            <a:off x="8453400" y="4795945"/>
            <a:ext cx="594000" cy="273900"/>
          </a:xfrm>
          <a:prstGeom prst="rect">
            <a:avLst/>
          </a:prstGeom>
          <a:noFill/>
          <a:ln>
            <a:noFill/>
          </a:ln>
        </p:spPr>
        <p:txBody>
          <a:bodyPr spcFirstLastPara="1" wrap="square" lIns="68575" tIns="34275" rIns="68575" bIns="34275" anchor="b" anchorCtr="0">
            <a:noAutofit/>
          </a:bodyPr>
          <a:lstStyle/>
          <a:p>
            <a:pPr marL="0" marR="0" lvl="0" indent="0" algn="ctr" rtl="0">
              <a:lnSpc>
                <a:spcPct val="100000"/>
              </a:lnSpc>
              <a:spcBef>
                <a:spcPts val="0"/>
              </a:spcBef>
              <a:spcAft>
                <a:spcPts val="0"/>
              </a:spcAft>
              <a:buClr>
                <a:srgbClr val="000000"/>
              </a:buClr>
              <a:buSzPts val="1050"/>
              <a:buFont typeface="Arial"/>
              <a:buNone/>
            </a:pPr>
            <a:fld id="{00000000-1234-1234-1234-123412341234}" type="slidenum">
              <a:rPr lang="en-US" sz="1050" b="0" i="0" u="none" strike="noStrike" cap="none">
                <a:solidFill>
                  <a:srgbClr val="8D8D8D"/>
                </a:solidFill>
                <a:latin typeface="Open Sans"/>
                <a:ea typeface="Open Sans"/>
                <a:cs typeface="Open Sans"/>
                <a:sym typeface="Open Sans"/>
              </a:rPr>
              <a:t>‹#›</a:t>
            </a:fld>
            <a:endParaRPr sz="1050" b="0" i="0" u="none" strike="noStrike" cap="none">
              <a:solidFill>
                <a:srgbClr val="8D8D8D"/>
              </a:solidFill>
              <a:latin typeface="Open Sans"/>
              <a:ea typeface="Open Sans"/>
              <a:cs typeface="Open Sans"/>
              <a:sym typeface="Open Sans"/>
            </a:endParaRPr>
          </a:p>
        </p:txBody>
      </p:sp>
      <p:pic>
        <p:nvPicPr>
          <p:cNvPr id="35" name="Google Shape;35;p46"/>
          <p:cNvPicPr preferRelativeResize="0"/>
          <p:nvPr/>
        </p:nvPicPr>
        <p:blipFill rotWithShape="1">
          <a:blip r:embed="rId2">
            <a:alphaModFix/>
          </a:blip>
          <a:srcRect/>
          <a:stretch/>
        </p:blipFill>
        <p:spPr>
          <a:xfrm>
            <a:off x="7036624" y="4799573"/>
            <a:ext cx="1310877" cy="270272"/>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Slide 2">
  <p:cSld name="Content Slide 2">
    <p:spTree>
      <p:nvGrpSpPr>
        <p:cNvPr id="1" name="Shape 36"/>
        <p:cNvGrpSpPr/>
        <p:nvPr/>
      </p:nvGrpSpPr>
      <p:grpSpPr>
        <a:xfrm>
          <a:off x="0" y="0"/>
          <a:ext cx="0" cy="0"/>
          <a:chOff x="0" y="0"/>
          <a:chExt cx="0" cy="0"/>
        </a:xfrm>
      </p:grpSpPr>
      <p:sp>
        <p:nvSpPr>
          <p:cNvPr id="37" name="Google Shape;37;p49"/>
          <p:cNvSpPr txBox="1">
            <a:spLocks noGrp="1"/>
          </p:cNvSpPr>
          <p:nvPr>
            <p:ph type="ctrTitle"/>
          </p:nvPr>
        </p:nvSpPr>
        <p:spPr>
          <a:xfrm>
            <a:off x="1143000" y="266331"/>
            <a:ext cx="6858000" cy="648069"/>
          </a:xfrm>
          <a:prstGeom prst="rect">
            <a:avLst/>
          </a:prstGeom>
          <a:noFill/>
          <a:ln>
            <a:noFill/>
          </a:ln>
        </p:spPr>
        <p:txBody>
          <a:bodyPr spcFirstLastPara="1" wrap="square" lIns="91425" tIns="45700" rIns="91425" bIns="45700" anchor="b" anchorCtr="0">
            <a:noAutofit/>
          </a:bodyPr>
          <a:lstStyle>
            <a:lvl1pPr marR="0" lvl="0" algn="l" rtl="0">
              <a:lnSpc>
                <a:spcPct val="90000"/>
              </a:lnSpc>
              <a:spcBef>
                <a:spcPts val="0"/>
              </a:spcBef>
              <a:spcAft>
                <a:spcPts val="0"/>
              </a:spcAft>
              <a:buClr>
                <a:srgbClr val="00274C"/>
              </a:buClr>
              <a:buSzPts val="3600"/>
              <a:buFont typeface="Calibri"/>
              <a:buNone/>
              <a:defRPr sz="3600" b="1" i="0" u="none" strike="noStrike" cap="none">
                <a:solidFill>
                  <a:srgbClr val="00274C"/>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38" name="Google Shape;38;p49"/>
          <p:cNvSpPr txBox="1">
            <a:spLocks noGrp="1"/>
          </p:cNvSpPr>
          <p:nvPr>
            <p:ph type="subTitle" idx="1"/>
          </p:nvPr>
        </p:nvSpPr>
        <p:spPr>
          <a:xfrm>
            <a:off x="1143000" y="1156507"/>
            <a:ext cx="6858000" cy="3447023"/>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750"/>
              </a:spcBef>
              <a:spcAft>
                <a:spcPts val="0"/>
              </a:spcAft>
              <a:buClr>
                <a:schemeClr val="dk1"/>
              </a:buClr>
              <a:buSzPts val="1800"/>
              <a:buFont typeface="Arial"/>
              <a:buNone/>
              <a:defRPr sz="1800" b="0" i="0" u="none" strike="noStrike" cap="none">
                <a:solidFill>
                  <a:schemeClr val="dk1"/>
                </a:solidFill>
                <a:latin typeface="Calibri"/>
                <a:ea typeface="Calibri"/>
                <a:cs typeface="Calibri"/>
                <a:sym typeface="Calibri"/>
              </a:defRPr>
            </a:lvl1pPr>
            <a:lvl2pPr marR="0" lvl="1" algn="ctr" rtl="0">
              <a:lnSpc>
                <a:spcPct val="90000"/>
              </a:lnSpc>
              <a:spcBef>
                <a:spcPts val="375"/>
              </a:spcBef>
              <a:spcAft>
                <a:spcPts val="0"/>
              </a:spcAft>
              <a:buClr>
                <a:schemeClr val="dk1"/>
              </a:buClr>
              <a:buSzPts val="1500"/>
              <a:buFont typeface="Arial"/>
              <a:buNone/>
              <a:defRPr sz="1500" b="0" i="0" u="none" strike="noStrike" cap="none">
                <a:solidFill>
                  <a:schemeClr val="dk1"/>
                </a:solidFill>
                <a:latin typeface="Calibri"/>
                <a:ea typeface="Calibri"/>
                <a:cs typeface="Calibri"/>
                <a:sym typeface="Calibri"/>
              </a:defRPr>
            </a:lvl2pPr>
            <a:lvl3pPr marR="0" lvl="2" algn="ctr" rtl="0">
              <a:lnSpc>
                <a:spcPct val="90000"/>
              </a:lnSpc>
              <a:spcBef>
                <a:spcPts val="375"/>
              </a:spcBef>
              <a:spcAft>
                <a:spcPts val="0"/>
              </a:spcAft>
              <a:buClr>
                <a:schemeClr val="dk1"/>
              </a:buClr>
              <a:buSzPts val="1350"/>
              <a:buFont typeface="Arial"/>
              <a:buNone/>
              <a:defRPr sz="1350" b="0" i="0" u="none" strike="noStrike" cap="none">
                <a:solidFill>
                  <a:schemeClr val="dk1"/>
                </a:solidFill>
                <a:latin typeface="Calibri"/>
                <a:ea typeface="Calibri"/>
                <a:cs typeface="Calibri"/>
                <a:sym typeface="Calibri"/>
              </a:defRPr>
            </a:lvl3pPr>
            <a:lvl4pPr marR="0" lvl="3" algn="ctr" rtl="0">
              <a:lnSpc>
                <a:spcPct val="90000"/>
              </a:lnSpc>
              <a:spcBef>
                <a:spcPts val="375"/>
              </a:spcBef>
              <a:spcAft>
                <a:spcPts val="0"/>
              </a:spcAft>
              <a:buClr>
                <a:schemeClr val="dk1"/>
              </a:buClr>
              <a:buSzPts val="1200"/>
              <a:buFont typeface="Arial"/>
              <a:buNone/>
              <a:defRPr sz="1200" b="0" i="0" u="none" strike="noStrike" cap="none">
                <a:solidFill>
                  <a:schemeClr val="dk1"/>
                </a:solidFill>
                <a:latin typeface="Calibri"/>
                <a:ea typeface="Calibri"/>
                <a:cs typeface="Calibri"/>
                <a:sym typeface="Calibri"/>
              </a:defRPr>
            </a:lvl4pPr>
            <a:lvl5pPr marR="0" lvl="4" algn="ctr" rtl="0">
              <a:lnSpc>
                <a:spcPct val="90000"/>
              </a:lnSpc>
              <a:spcBef>
                <a:spcPts val="375"/>
              </a:spcBef>
              <a:spcAft>
                <a:spcPts val="0"/>
              </a:spcAft>
              <a:buClr>
                <a:schemeClr val="dk1"/>
              </a:buClr>
              <a:buSzPts val="1200"/>
              <a:buFont typeface="Arial"/>
              <a:buNone/>
              <a:defRPr sz="1200" b="0" i="0" u="none" strike="noStrike" cap="none">
                <a:solidFill>
                  <a:schemeClr val="dk1"/>
                </a:solidFill>
                <a:latin typeface="Calibri"/>
                <a:ea typeface="Calibri"/>
                <a:cs typeface="Calibri"/>
                <a:sym typeface="Calibri"/>
              </a:defRPr>
            </a:lvl5pPr>
            <a:lvl6pPr marR="0" lvl="5" algn="ctr" rtl="0">
              <a:lnSpc>
                <a:spcPct val="90000"/>
              </a:lnSpc>
              <a:spcBef>
                <a:spcPts val="375"/>
              </a:spcBef>
              <a:spcAft>
                <a:spcPts val="0"/>
              </a:spcAft>
              <a:buClr>
                <a:schemeClr val="dk1"/>
              </a:buClr>
              <a:buSzPts val="1200"/>
              <a:buFont typeface="Arial"/>
              <a:buNone/>
              <a:defRPr sz="1200" b="0" i="0" u="none" strike="noStrike" cap="none">
                <a:solidFill>
                  <a:schemeClr val="dk1"/>
                </a:solidFill>
                <a:latin typeface="Calibri"/>
                <a:ea typeface="Calibri"/>
                <a:cs typeface="Calibri"/>
                <a:sym typeface="Calibri"/>
              </a:defRPr>
            </a:lvl6pPr>
            <a:lvl7pPr marR="0" lvl="6" algn="ctr" rtl="0">
              <a:lnSpc>
                <a:spcPct val="90000"/>
              </a:lnSpc>
              <a:spcBef>
                <a:spcPts val="375"/>
              </a:spcBef>
              <a:spcAft>
                <a:spcPts val="0"/>
              </a:spcAft>
              <a:buClr>
                <a:schemeClr val="dk1"/>
              </a:buClr>
              <a:buSzPts val="1200"/>
              <a:buFont typeface="Arial"/>
              <a:buNone/>
              <a:defRPr sz="1200" b="0" i="0" u="none" strike="noStrike" cap="none">
                <a:solidFill>
                  <a:schemeClr val="dk1"/>
                </a:solidFill>
                <a:latin typeface="Calibri"/>
                <a:ea typeface="Calibri"/>
                <a:cs typeface="Calibri"/>
                <a:sym typeface="Calibri"/>
              </a:defRPr>
            </a:lvl7pPr>
            <a:lvl8pPr marR="0" lvl="7" algn="ctr" rtl="0">
              <a:lnSpc>
                <a:spcPct val="90000"/>
              </a:lnSpc>
              <a:spcBef>
                <a:spcPts val="375"/>
              </a:spcBef>
              <a:spcAft>
                <a:spcPts val="0"/>
              </a:spcAft>
              <a:buClr>
                <a:schemeClr val="dk1"/>
              </a:buClr>
              <a:buSzPts val="1200"/>
              <a:buFont typeface="Arial"/>
              <a:buNone/>
              <a:defRPr sz="1200" b="0" i="0" u="none" strike="noStrike" cap="none">
                <a:solidFill>
                  <a:schemeClr val="dk1"/>
                </a:solidFill>
                <a:latin typeface="Calibri"/>
                <a:ea typeface="Calibri"/>
                <a:cs typeface="Calibri"/>
                <a:sym typeface="Calibri"/>
              </a:defRPr>
            </a:lvl8pPr>
            <a:lvl9pPr marR="0" lvl="8" algn="ctr" rtl="0">
              <a:lnSpc>
                <a:spcPct val="90000"/>
              </a:lnSpc>
              <a:spcBef>
                <a:spcPts val="375"/>
              </a:spcBef>
              <a:spcAft>
                <a:spcPts val="0"/>
              </a:spcAft>
              <a:buClr>
                <a:schemeClr val="dk1"/>
              </a:buClr>
              <a:buSzPts val="12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39" name="Google Shape;39;p49"/>
          <p:cNvSpPr txBox="1">
            <a:spLocks noGrp="1"/>
          </p:cNvSpPr>
          <p:nvPr>
            <p:ph type="dt" idx="10"/>
          </p:nvPr>
        </p:nvSpPr>
        <p:spPr>
          <a:xfrm>
            <a:off x="7269874" y="4855780"/>
            <a:ext cx="731126" cy="185327"/>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900" b="0" i="0" u="none" strike="noStrike" cap="none">
                <a:solidFill>
                  <a:schemeClr val="lt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0" name="Google Shape;40;p49"/>
          <p:cNvSpPr txBox="1">
            <a:spLocks noGrp="1"/>
          </p:cNvSpPr>
          <p:nvPr>
            <p:ph type="ftr" idx="11"/>
          </p:nvPr>
        </p:nvSpPr>
        <p:spPr>
          <a:xfrm>
            <a:off x="1143000" y="4855780"/>
            <a:ext cx="5864773" cy="185327"/>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900" b="0" i="0" u="none" strike="noStrike" cap="none">
                <a:solidFill>
                  <a:schemeClr val="lt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1" name="Google Shape;41;p49"/>
          <p:cNvSpPr txBox="1">
            <a:spLocks noGrp="1"/>
          </p:cNvSpPr>
          <p:nvPr>
            <p:ph type="sldNum" idx="12"/>
          </p:nvPr>
        </p:nvSpPr>
        <p:spPr>
          <a:xfrm>
            <a:off x="8001000" y="4855780"/>
            <a:ext cx="851338" cy="185327"/>
          </a:xfrm>
          <a:prstGeom prst="rect">
            <a:avLst/>
          </a:prstGeom>
          <a:noFill/>
          <a:ln>
            <a:noFill/>
          </a:ln>
        </p:spPr>
        <p:txBody>
          <a:bodyPr spcFirstLastPara="1" wrap="square" lIns="91425" tIns="45700" rIns="91425" bIns="45700" anchor="t" anchorCtr="0">
            <a:noAutofit/>
          </a:bodyPr>
          <a:lstStyle>
            <a:lvl1pPr marL="0" marR="0" lvl="0" indent="0" algn="r" rtl="0">
              <a:lnSpc>
                <a:spcPct val="100000"/>
              </a:lnSpc>
              <a:spcBef>
                <a:spcPts val="0"/>
              </a:spcBef>
              <a:spcAft>
                <a:spcPts val="0"/>
              </a:spcAft>
              <a:buClr>
                <a:srgbClr val="000000"/>
              </a:buClr>
              <a:buSzPts val="900"/>
              <a:buFont typeface="Arial"/>
              <a:buNone/>
              <a:defRPr sz="900" b="0" i="0" u="none" strike="noStrike" cap="none">
                <a:solidFill>
                  <a:schemeClr val="lt1"/>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900"/>
              <a:buFont typeface="Arial"/>
              <a:buNone/>
              <a:defRPr sz="900" b="0" i="0" u="none" strike="noStrike" cap="none">
                <a:solidFill>
                  <a:schemeClr val="lt1"/>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900"/>
              <a:buFont typeface="Arial"/>
              <a:buNone/>
              <a:defRPr sz="900" b="0" i="0" u="none" strike="noStrike" cap="none">
                <a:solidFill>
                  <a:schemeClr val="lt1"/>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900"/>
              <a:buFont typeface="Arial"/>
              <a:buNone/>
              <a:defRPr sz="900" b="0" i="0" u="none" strike="noStrike" cap="none">
                <a:solidFill>
                  <a:schemeClr val="lt1"/>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900"/>
              <a:buFont typeface="Arial"/>
              <a:buNone/>
              <a:defRPr sz="900" b="0" i="0" u="none" strike="noStrike" cap="none">
                <a:solidFill>
                  <a:schemeClr val="lt1"/>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900"/>
              <a:buFont typeface="Arial"/>
              <a:buNone/>
              <a:defRPr sz="900" b="0" i="0" u="none" strike="noStrike" cap="none">
                <a:solidFill>
                  <a:schemeClr val="lt1"/>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900"/>
              <a:buFont typeface="Arial"/>
              <a:buNone/>
              <a:defRPr sz="900" b="0" i="0" u="none" strike="noStrike" cap="none">
                <a:solidFill>
                  <a:schemeClr val="lt1"/>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900"/>
              <a:buFont typeface="Arial"/>
              <a:buNone/>
              <a:defRPr sz="900" b="0" i="0" u="none" strike="noStrike" cap="none">
                <a:solidFill>
                  <a:schemeClr val="lt1"/>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900"/>
              <a:buFont typeface="Arial"/>
              <a:buNone/>
              <a:defRPr sz="900" b="0" i="0" u="none" strike="noStrike" cap="none">
                <a:solidFill>
                  <a:schemeClr val="lt1"/>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smtClean="0"/>
              <a:t>‹#›</a:t>
            </a:fld>
            <a:endParaRPr sz="1400" dirty="0">
              <a:solidFill>
                <a:srgbClr val="000000"/>
              </a:solidFill>
              <a:latin typeface="Arial"/>
              <a:ea typeface="Arial"/>
              <a:cs typeface="Arial"/>
              <a:sym typeface="Arial"/>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2.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1.jpg"/><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slideLayout" Target="../slideLayouts/slideLayout6.xml"/><Relationship Id="rId1" Type="http://schemas.openxmlformats.org/officeDocument/2006/relationships/slideLayout" Target="../slideLayouts/slideLayout5.xml"/><Relationship Id="rId5" Type="http://schemas.openxmlformats.org/officeDocument/2006/relationships/image" Target="../media/image3.jpg"/><Relationship Id="rId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pic>
        <p:nvPicPr>
          <p:cNvPr id="6" name="Google Shape;6;p41"/>
          <p:cNvPicPr preferRelativeResize="0"/>
          <p:nvPr/>
        </p:nvPicPr>
        <p:blipFill rotWithShape="1">
          <a:blip r:embed="rId6">
            <a:alphaModFix/>
          </a:blip>
          <a:srcRect/>
          <a:stretch/>
        </p:blipFill>
        <p:spPr>
          <a:xfrm>
            <a:off x="0" y="0"/>
            <a:ext cx="9144000" cy="5143500"/>
          </a:xfrm>
          <a:prstGeom prst="rect">
            <a:avLst/>
          </a:prstGeom>
          <a:noFill/>
          <a:ln>
            <a:noFill/>
          </a:ln>
        </p:spPr>
      </p:pic>
      <p:pic>
        <p:nvPicPr>
          <p:cNvPr id="7" name="Google Shape;7;p41"/>
          <p:cNvPicPr preferRelativeResize="0"/>
          <p:nvPr/>
        </p:nvPicPr>
        <p:blipFill rotWithShape="1">
          <a:blip r:embed="rId7">
            <a:alphaModFix/>
          </a:blip>
          <a:srcRect/>
          <a:stretch/>
        </p:blipFill>
        <p:spPr>
          <a:xfrm>
            <a:off x="3848100" y="540668"/>
            <a:ext cx="1447800" cy="1543050"/>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2"/>
        <p:cNvGrpSpPr/>
        <p:nvPr/>
      </p:nvGrpSpPr>
      <p:grpSpPr>
        <a:xfrm>
          <a:off x="0" y="0"/>
          <a:ext cx="0" cy="0"/>
          <a:chOff x="0" y="0"/>
          <a:chExt cx="0" cy="0"/>
        </a:xfrm>
      </p:grpSpPr>
      <p:pic>
        <p:nvPicPr>
          <p:cNvPr id="23" name="Google Shape;23;p43"/>
          <p:cNvPicPr preferRelativeResize="0"/>
          <p:nvPr/>
        </p:nvPicPr>
        <p:blipFill rotWithShape="1">
          <a:blip r:embed="rId5">
            <a:alphaModFix/>
          </a:blip>
          <a:srcRect/>
          <a:stretch/>
        </p:blipFill>
        <p:spPr>
          <a:xfrm>
            <a:off x="0" y="0"/>
            <a:ext cx="9144000" cy="5143500"/>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54" r:id="rId1"/>
    <p:sldLayoutId id="2147483655" r:id="rId2"/>
    <p:sldLayoutId id="2147483656" r:id="rId3"/>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2.xml"/><Relationship Id="rId1" Type="http://schemas.openxmlformats.org/officeDocument/2006/relationships/slideLayout" Target="../slideLayouts/slideLayout5.xml"/><Relationship Id="rId5" Type="http://schemas.openxmlformats.org/officeDocument/2006/relationships/image" Target="../media/image7.png"/><Relationship Id="rId4" Type="http://schemas.openxmlformats.org/officeDocument/2006/relationships/image" Target="../media/image6.jpg"/></Relationships>
</file>

<file path=ppt/slides/_rels/slide3.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3.xml"/><Relationship Id="rId1" Type="http://schemas.openxmlformats.org/officeDocument/2006/relationships/slideLayout" Target="../slideLayouts/slideLayout5.xml"/><Relationship Id="rId5" Type="http://schemas.openxmlformats.org/officeDocument/2006/relationships/image" Target="../media/image7.png"/><Relationship Id="rId4" Type="http://schemas.openxmlformats.org/officeDocument/2006/relationships/image" Target="../media/image6.jp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5.xml"/><Relationship Id="rId5" Type="http://schemas.openxmlformats.org/officeDocument/2006/relationships/image" Target="../media/image10.png"/><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7.xml"/><Relationship Id="rId1" Type="http://schemas.openxmlformats.org/officeDocument/2006/relationships/slideLayout" Target="../slideLayouts/slideLayout5.xml"/><Relationship Id="rId5" Type="http://schemas.openxmlformats.org/officeDocument/2006/relationships/image" Target="../media/image13.png"/><Relationship Id="rId4" Type="http://schemas.openxmlformats.org/officeDocument/2006/relationships/image" Target="../media/image12.png"/></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8.xml"/><Relationship Id="rId1" Type="http://schemas.openxmlformats.org/officeDocument/2006/relationships/slideLayout" Target="../slideLayouts/slideLayout5.xml"/><Relationship Id="rId4" Type="http://schemas.openxmlformats.org/officeDocument/2006/relationships/image" Target="../media/image12.png"/></Relationships>
</file>

<file path=ppt/slides/_rels/slide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9.xml"/><Relationship Id="rId1" Type="http://schemas.openxmlformats.org/officeDocument/2006/relationships/slideLayout" Target="../slideLayouts/slideLayout5.xml"/><Relationship Id="rId5" Type="http://schemas.openxmlformats.org/officeDocument/2006/relationships/image" Target="../media/image16.png"/><Relationship Id="rId4" Type="http://schemas.openxmlformats.org/officeDocument/2006/relationships/image" Target="../media/image15.png"/></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0.xml"/><Relationship Id="rId1" Type="http://schemas.openxmlformats.org/officeDocument/2006/relationships/slideLayout" Target="../slideLayouts/slideLayout5.xml"/><Relationship Id="rId4" Type="http://schemas.openxmlformats.org/officeDocument/2006/relationships/image" Target="../media/image15.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3" Type="http://schemas.openxmlformats.org/officeDocument/2006/relationships/image" Target="../media/image17.gif"/><Relationship Id="rId2" Type="http://schemas.openxmlformats.org/officeDocument/2006/relationships/notesSlide" Target="../notesSlides/notesSlide12.xml"/><Relationship Id="rId1" Type="http://schemas.openxmlformats.org/officeDocument/2006/relationships/slideLayout" Target="../slideLayouts/slideLayout5.xml"/><Relationship Id="rId4" Type="http://schemas.openxmlformats.org/officeDocument/2006/relationships/image" Target="../media/image18.gif"/></Relationships>
</file>

<file path=ppt/slides/_rels/slide1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3.xml"/><Relationship Id="rId1" Type="http://schemas.openxmlformats.org/officeDocument/2006/relationships/slideLayout" Target="../slideLayouts/slideLayout5.xml"/><Relationship Id="rId4" Type="http://schemas.openxmlformats.org/officeDocument/2006/relationships/image" Target="../media/image18.gif"/></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5"/>
        <p:cNvGrpSpPr/>
        <p:nvPr/>
      </p:nvGrpSpPr>
      <p:grpSpPr>
        <a:xfrm>
          <a:off x="0" y="0"/>
          <a:ext cx="0" cy="0"/>
          <a:chOff x="0" y="0"/>
          <a:chExt cx="0" cy="0"/>
        </a:xfrm>
      </p:grpSpPr>
      <p:sp>
        <p:nvSpPr>
          <p:cNvPr id="46" name="Google Shape;46;p1"/>
          <p:cNvSpPr txBox="1">
            <a:spLocks noGrp="1"/>
          </p:cNvSpPr>
          <p:nvPr>
            <p:ph type="ctrTitle"/>
          </p:nvPr>
        </p:nvSpPr>
        <p:spPr>
          <a:xfrm>
            <a:off x="349800" y="1688433"/>
            <a:ext cx="8520600" cy="2052600"/>
          </a:xfrm>
          <a:prstGeom prst="rect">
            <a:avLst/>
          </a:prstGeom>
          <a:noFill/>
          <a:ln>
            <a:noFill/>
          </a:ln>
        </p:spPr>
        <p:txBody>
          <a:bodyPr spcFirstLastPara="1" wrap="square" lIns="91425" tIns="91425" rIns="91425" bIns="91425" anchor="b" anchorCtr="0">
            <a:noAutofit/>
          </a:bodyPr>
          <a:lstStyle/>
          <a:p>
            <a:pPr marL="0" lvl="0" indent="0" algn="ctr" rtl="0">
              <a:spcBef>
                <a:spcPts val="0"/>
              </a:spcBef>
              <a:spcAft>
                <a:spcPts val="0"/>
              </a:spcAft>
              <a:buClr>
                <a:schemeClr val="dk1"/>
              </a:buClr>
              <a:buSzPts val="1100"/>
              <a:buFont typeface="Arial"/>
              <a:buNone/>
            </a:pPr>
            <a:r>
              <a:rPr lang="en-US" sz="3200"/>
              <a:t>Resilient Rendezvous for Heterogeneous</a:t>
            </a:r>
            <a:endParaRPr sz="3200"/>
          </a:p>
          <a:p>
            <a:pPr marL="0" lvl="0" indent="0" algn="ctr" rtl="0">
              <a:spcBef>
                <a:spcPts val="0"/>
              </a:spcBef>
              <a:spcAft>
                <a:spcPts val="0"/>
              </a:spcAft>
              <a:buClr>
                <a:schemeClr val="dk1"/>
              </a:buClr>
              <a:buSzPts val="1100"/>
              <a:buFont typeface="Arial"/>
              <a:buNone/>
            </a:pPr>
            <a:r>
              <a:rPr lang="en-US" sz="3200"/>
              <a:t>Marine-Aerial Teams Under Communication</a:t>
            </a:r>
            <a:endParaRPr sz="3200"/>
          </a:p>
          <a:p>
            <a:pPr marL="0" lvl="0" indent="0" algn="ctr" rtl="0">
              <a:spcBef>
                <a:spcPts val="0"/>
              </a:spcBef>
              <a:spcAft>
                <a:spcPts val="0"/>
              </a:spcAft>
              <a:buClr>
                <a:schemeClr val="dk1"/>
              </a:buClr>
              <a:buSzPts val="1100"/>
              <a:buFont typeface="Arial"/>
              <a:buNone/>
            </a:pPr>
            <a:r>
              <a:rPr lang="en-US" sz="3200"/>
              <a:t>Uncertainty</a:t>
            </a:r>
            <a:endParaRPr sz="3200"/>
          </a:p>
        </p:txBody>
      </p:sp>
      <p:sp>
        <p:nvSpPr>
          <p:cNvPr id="47" name="Google Shape;47;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fontScale="92500" lnSpcReduction="20000"/>
          </a:bodyPr>
          <a:lstStyle/>
          <a:p>
            <a:pPr marL="0" lvl="0" indent="0" algn="r" rtl="0">
              <a:lnSpc>
                <a:spcPct val="100000"/>
              </a:lnSpc>
              <a:spcBef>
                <a:spcPts val="0"/>
              </a:spcBef>
              <a:spcAft>
                <a:spcPts val="0"/>
              </a:spcAft>
              <a:buClr>
                <a:schemeClr val="dk1"/>
              </a:buClr>
              <a:buSzPct val="100000"/>
              <a:buFont typeface="Calibri"/>
              <a:buNone/>
            </a:pPr>
            <a:fld id="{00000000-1234-1234-1234-123412341234}" type="slidenum">
              <a:rPr lang="en-US"/>
              <a:t>1</a:t>
            </a:fld>
            <a:endParaRPr/>
          </a:p>
        </p:txBody>
      </p:sp>
      <p:sp>
        <p:nvSpPr>
          <p:cNvPr id="48" name="Google Shape;48;p1"/>
          <p:cNvSpPr txBox="1"/>
          <p:nvPr/>
        </p:nvSpPr>
        <p:spPr>
          <a:xfrm>
            <a:off x="1681125" y="3977450"/>
            <a:ext cx="5601300" cy="6153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US">
                <a:solidFill>
                  <a:schemeClr val="lt1"/>
                </a:solidFill>
              </a:rPr>
              <a:t>Kavin M. Govindarajan, Sanyam Mehta</a:t>
            </a:r>
            <a:endParaRPr>
              <a:solidFill>
                <a:schemeClr val="lt1"/>
              </a:solidFill>
            </a:endParaRPr>
          </a:p>
          <a:p>
            <a:pPr marL="0" lvl="0" indent="0" algn="ctr" rtl="0">
              <a:spcBef>
                <a:spcPts val="0"/>
              </a:spcBef>
              <a:spcAft>
                <a:spcPts val="0"/>
              </a:spcAft>
              <a:buNone/>
            </a:pPr>
            <a:r>
              <a:rPr lang="en-US">
                <a:solidFill>
                  <a:schemeClr val="lt1"/>
                </a:solidFill>
              </a:rPr>
              <a:t>April 29, 2026 - ROB 516 Mini Project 5</a:t>
            </a:r>
            <a:endParaRPr>
              <a:solidFill>
                <a:schemeClr val="lt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52"/>
        <p:cNvGrpSpPr/>
        <p:nvPr/>
      </p:nvGrpSpPr>
      <p:grpSpPr>
        <a:xfrm>
          <a:off x="0" y="0"/>
          <a:ext cx="0" cy="0"/>
          <a:chOff x="0" y="0"/>
          <a:chExt cx="0" cy="0"/>
        </a:xfrm>
      </p:grpSpPr>
      <p:sp>
        <p:nvSpPr>
          <p:cNvPr id="53" name="Google Shape;53;p2"/>
          <p:cNvSpPr txBox="1">
            <a:spLocks noGrp="1"/>
          </p:cNvSpPr>
          <p:nvPr>
            <p:ph type="title"/>
          </p:nvPr>
        </p:nvSpPr>
        <p:spPr>
          <a:xfrm>
            <a:off x="-1" y="1925"/>
            <a:ext cx="9129955" cy="987888"/>
          </a:xfrm>
          <a:prstGeom prst="rect">
            <a:avLst/>
          </a:prstGeom>
          <a:noFill/>
          <a:ln>
            <a:noFill/>
          </a:ln>
        </p:spPr>
        <p:txBody>
          <a:bodyPr spcFirstLastPara="1" wrap="square" lIns="91425" tIns="91425" rIns="91425" bIns="91425" anchor="t" anchorCtr="0">
            <a:noAutofit/>
          </a:bodyPr>
          <a:lstStyle/>
          <a:p>
            <a:pPr marL="0" lvl="0" indent="0" algn="l" rtl="0">
              <a:lnSpc>
                <a:spcPct val="90000"/>
              </a:lnSpc>
              <a:spcBef>
                <a:spcPts val="0"/>
              </a:spcBef>
              <a:spcAft>
                <a:spcPts val="0"/>
              </a:spcAft>
              <a:buClr>
                <a:schemeClr val="dk1"/>
              </a:buClr>
              <a:buSzPts val="2800"/>
              <a:buFont typeface="Calibri"/>
              <a:buNone/>
            </a:pPr>
            <a:r>
              <a:rPr lang="en-US" sz="2800"/>
              <a:t>Marine-Aerial Teams for Maritime Sensing</a:t>
            </a:r>
            <a:endParaRPr/>
          </a:p>
        </p:txBody>
      </p:sp>
      <p:sp>
        <p:nvSpPr>
          <p:cNvPr id="54" name="Google Shape;54;p2"/>
          <p:cNvSpPr txBox="1">
            <a:spLocks noGrp="1"/>
          </p:cNvSpPr>
          <p:nvPr>
            <p:ph type="sldNum" idx="12"/>
          </p:nvPr>
        </p:nvSpPr>
        <p:spPr>
          <a:xfrm>
            <a:off x="8287407" y="4717061"/>
            <a:ext cx="842548" cy="393600"/>
          </a:xfrm>
          <a:prstGeom prst="rect">
            <a:avLst/>
          </a:prstGeom>
          <a:noFill/>
          <a:ln>
            <a:noFill/>
          </a:ln>
        </p:spPr>
        <p:txBody>
          <a:bodyPr spcFirstLastPara="1" wrap="square" lIns="91425" tIns="91425" rIns="91425" bIns="91425" anchor="ctr" anchorCtr="0">
            <a:normAutofit fontScale="92500" lnSpcReduction="20000"/>
          </a:bodyPr>
          <a:lstStyle/>
          <a:p>
            <a:pPr marL="0" lvl="0" indent="0" algn="r" rtl="0">
              <a:lnSpc>
                <a:spcPct val="100000"/>
              </a:lnSpc>
              <a:spcBef>
                <a:spcPts val="0"/>
              </a:spcBef>
              <a:spcAft>
                <a:spcPts val="0"/>
              </a:spcAft>
              <a:buClr>
                <a:schemeClr val="lt1"/>
              </a:buClr>
              <a:buSzPct val="100000"/>
              <a:buFont typeface="Calibri"/>
              <a:buNone/>
            </a:pPr>
            <a:fld id="{00000000-1234-1234-1234-123412341234}" type="slidenum">
              <a:rPr lang="en-US"/>
              <a:t>2</a:t>
            </a:fld>
            <a:endParaRPr/>
          </a:p>
        </p:txBody>
      </p:sp>
      <p:pic>
        <p:nvPicPr>
          <p:cNvPr id="55" name="Google Shape;55;p2"/>
          <p:cNvPicPr preferRelativeResize="0"/>
          <p:nvPr/>
        </p:nvPicPr>
        <p:blipFill rotWithShape="1">
          <a:blip r:embed="rId3">
            <a:alphaModFix/>
          </a:blip>
          <a:srcRect/>
          <a:stretch/>
        </p:blipFill>
        <p:spPr>
          <a:xfrm>
            <a:off x="4437107" y="1343121"/>
            <a:ext cx="1779019" cy="1186013"/>
          </a:xfrm>
          <a:prstGeom prst="rect">
            <a:avLst/>
          </a:prstGeom>
          <a:noFill/>
          <a:ln>
            <a:noFill/>
          </a:ln>
        </p:spPr>
      </p:pic>
      <p:sp>
        <p:nvSpPr>
          <p:cNvPr id="56" name="Google Shape;56;p2"/>
          <p:cNvSpPr txBox="1"/>
          <p:nvPr/>
        </p:nvSpPr>
        <p:spPr>
          <a:xfrm>
            <a:off x="4345409" y="2606527"/>
            <a:ext cx="1962300" cy="4308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Calibri"/>
                <a:ea typeface="Calibri"/>
                <a:cs typeface="Calibri"/>
                <a:sym typeface="Calibri"/>
              </a:rPr>
              <a:t>Solar-powered autonomous surface vessel (ASV)</a:t>
            </a:r>
            <a:endParaRPr sz="1400" b="0" i="0" u="none" strike="noStrike" cap="none">
              <a:solidFill>
                <a:srgbClr val="000000"/>
              </a:solidFill>
              <a:latin typeface="Arial"/>
              <a:ea typeface="Arial"/>
              <a:cs typeface="Arial"/>
              <a:sym typeface="Arial"/>
            </a:endParaRPr>
          </a:p>
        </p:txBody>
      </p:sp>
      <p:pic>
        <p:nvPicPr>
          <p:cNvPr id="57" name="Google Shape;57;p2"/>
          <p:cNvPicPr preferRelativeResize="0"/>
          <p:nvPr/>
        </p:nvPicPr>
        <p:blipFill rotWithShape="1">
          <a:blip r:embed="rId4">
            <a:alphaModFix/>
          </a:blip>
          <a:srcRect/>
          <a:stretch/>
        </p:blipFill>
        <p:spPr>
          <a:xfrm>
            <a:off x="4390199" y="3114714"/>
            <a:ext cx="1872815" cy="1250203"/>
          </a:xfrm>
          <a:prstGeom prst="rect">
            <a:avLst/>
          </a:prstGeom>
          <a:noFill/>
          <a:ln>
            <a:noFill/>
          </a:ln>
        </p:spPr>
      </p:pic>
      <p:sp>
        <p:nvSpPr>
          <p:cNvPr id="58" name="Google Shape;58;p2"/>
          <p:cNvSpPr txBox="1"/>
          <p:nvPr/>
        </p:nvSpPr>
        <p:spPr>
          <a:xfrm>
            <a:off x="4345462" y="4400047"/>
            <a:ext cx="19623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Calibri"/>
                <a:ea typeface="Calibri"/>
                <a:cs typeface="Calibri"/>
                <a:sym typeface="Calibri"/>
              </a:rPr>
              <a:t>Saildrone</a:t>
            </a:r>
            <a:endParaRPr sz="1100" b="0" i="0" u="none" strike="noStrike" cap="none">
              <a:solidFill>
                <a:schemeClr val="dk1"/>
              </a:solidFill>
              <a:latin typeface="Calibri"/>
              <a:ea typeface="Calibri"/>
              <a:cs typeface="Calibri"/>
              <a:sym typeface="Calibri"/>
            </a:endParaRPr>
          </a:p>
        </p:txBody>
      </p:sp>
      <p:sp>
        <p:nvSpPr>
          <p:cNvPr id="59" name="Google Shape;59;p2"/>
          <p:cNvSpPr txBox="1"/>
          <p:nvPr/>
        </p:nvSpPr>
        <p:spPr>
          <a:xfrm>
            <a:off x="4152565" y="619225"/>
            <a:ext cx="2348100" cy="6465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0" i="0" u="sng" strike="noStrike" cap="none">
                <a:solidFill>
                  <a:schemeClr val="dk1"/>
                </a:solidFill>
                <a:latin typeface="Calibri"/>
                <a:ea typeface="Calibri"/>
                <a:cs typeface="Calibri"/>
                <a:sym typeface="Calibri"/>
              </a:rPr>
              <a:t>Sustainably powered </a:t>
            </a:r>
            <a:r>
              <a:rPr lang="en-US" sz="1800" u="sng">
                <a:solidFill>
                  <a:schemeClr val="dk1"/>
                </a:solidFill>
                <a:latin typeface="Calibri"/>
                <a:ea typeface="Calibri"/>
                <a:cs typeface="Calibri"/>
                <a:sym typeface="Calibri"/>
              </a:rPr>
              <a:t>USVs</a:t>
            </a:r>
            <a:endParaRPr sz="1400" b="0" i="0" u="none" strike="noStrike" cap="none">
              <a:solidFill>
                <a:srgbClr val="000000"/>
              </a:solidFill>
              <a:latin typeface="Arial"/>
              <a:ea typeface="Arial"/>
              <a:cs typeface="Arial"/>
              <a:sym typeface="Arial"/>
            </a:endParaRPr>
          </a:p>
        </p:txBody>
      </p:sp>
      <p:pic>
        <p:nvPicPr>
          <p:cNvPr id="60" name="Google Shape;60;p2"/>
          <p:cNvPicPr preferRelativeResize="0"/>
          <p:nvPr/>
        </p:nvPicPr>
        <p:blipFill rotWithShape="1">
          <a:blip r:embed="rId5">
            <a:alphaModFix/>
          </a:blip>
          <a:srcRect/>
          <a:stretch/>
        </p:blipFill>
        <p:spPr>
          <a:xfrm>
            <a:off x="6720455" y="1343126"/>
            <a:ext cx="1098049" cy="846574"/>
          </a:xfrm>
          <a:prstGeom prst="rect">
            <a:avLst/>
          </a:prstGeom>
          <a:noFill/>
          <a:ln>
            <a:noFill/>
          </a:ln>
        </p:spPr>
      </p:pic>
      <p:pic>
        <p:nvPicPr>
          <p:cNvPr id="61" name="Google Shape;61;p2"/>
          <p:cNvPicPr preferRelativeResize="0"/>
          <p:nvPr/>
        </p:nvPicPr>
        <p:blipFill rotWithShape="1">
          <a:blip r:embed="rId5">
            <a:alphaModFix/>
          </a:blip>
          <a:srcRect/>
          <a:stretch/>
        </p:blipFill>
        <p:spPr>
          <a:xfrm>
            <a:off x="7868930" y="1622576"/>
            <a:ext cx="1098049" cy="846574"/>
          </a:xfrm>
          <a:prstGeom prst="rect">
            <a:avLst/>
          </a:prstGeom>
          <a:noFill/>
          <a:ln>
            <a:noFill/>
          </a:ln>
        </p:spPr>
      </p:pic>
      <p:pic>
        <p:nvPicPr>
          <p:cNvPr id="62" name="Google Shape;62;p2"/>
          <p:cNvPicPr preferRelativeResize="0"/>
          <p:nvPr/>
        </p:nvPicPr>
        <p:blipFill rotWithShape="1">
          <a:blip r:embed="rId5">
            <a:alphaModFix/>
          </a:blip>
          <a:srcRect/>
          <a:stretch/>
        </p:blipFill>
        <p:spPr>
          <a:xfrm>
            <a:off x="6624905" y="2398639"/>
            <a:ext cx="1098049" cy="846574"/>
          </a:xfrm>
          <a:prstGeom prst="rect">
            <a:avLst/>
          </a:prstGeom>
          <a:noFill/>
          <a:ln>
            <a:noFill/>
          </a:ln>
        </p:spPr>
      </p:pic>
      <p:pic>
        <p:nvPicPr>
          <p:cNvPr id="63" name="Google Shape;63;p2"/>
          <p:cNvPicPr preferRelativeResize="0"/>
          <p:nvPr/>
        </p:nvPicPr>
        <p:blipFill rotWithShape="1">
          <a:blip r:embed="rId5">
            <a:alphaModFix/>
          </a:blip>
          <a:srcRect/>
          <a:stretch/>
        </p:blipFill>
        <p:spPr>
          <a:xfrm>
            <a:off x="7924705" y="2606526"/>
            <a:ext cx="1098049" cy="846574"/>
          </a:xfrm>
          <a:prstGeom prst="rect">
            <a:avLst/>
          </a:prstGeom>
          <a:noFill/>
          <a:ln>
            <a:noFill/>
          </a:ln>
        </p:spPr>
      </p:pic>
      <p:pic>
        <p:nvPicPr>
          <p:cNvPr id="64" name="Google Shape;64;p2"/>
          <p:cNvPicPr preferRelativeResize="0"/>
          <p:nvPr/>
        </p:nvPicPr>
        <p:blipFill rotWithShape="1">
          <a:blip r:embed="rId5">
            <a:alphaModFix/>
          </a:blip>
          <a:srcRect/>
          <a:stretch/>
        </p:blipFill>
        <p:spPr>
          <a:xfrm>
            <a:off x="6826655" y="3412476"/>
            <a:ext cx="1098049" cy="846574"/>
          </a:xfrm>
          <a:prstGeom prst="rect">
            <a:avLst/>
          </a:prstGeom>
          <a:noFill/>
          <a:ln>
            <a:noFill/>
          </a:ln>
        </p:spPr>
      </p:pic>
      <p:sp>
        <p:nvSpPr>
          <p:cNvPr id="65" name="Google Shape;65;p2"/>
          <p:cNvSpPr txBox="1"/>
          <p:nvPr/>
        </p:nvSpPr>
        <p:spPr>
          <a:xfrm>
            <a:off x="6624890" y="696625"/>
            <a:ext cx="23481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u="sng">
                <a:solidFill>
                  <a:schemeClr val="dk1"/>
                </a:solidFill>
                <a:latin typeface="Calibri"/>
                <a:ea typeface="Calibri"/>
                <a:cs typeface="Calibri"/>
                <a:sym typeface="Calibri"/>
              </a:rPr>
              <a:t>UAV Team</a:t>
            </a:r>
            <a:endParaRPr sz="1400" b="0" i="0" u="none" strike="noStrike" cap="none">
              <a:solidFill>
                <a:srgbClr val="000000"/>
              </a:solidFill>
              <a:latin typeface="Arial"/>
              <a:ea typeface="Arial"/>
              <a:cs typeface="Arial"/>
              <a:sym typeface="Arial"/>
            </a:endParaRPr>
          </a:p>
        </p:txBody>
      </p:sp>
      <p:sp>
        <p:nvSpPr>
          <p:cNvPr id="66" name="Google Shape;66;p2"/>
          <p:cNvSpPr txBox="1"/>
          <p:nvPr/>
        </p:nvSpPr>
        <p:spPr>
          <a:xfrm>
            <a:off x="121925" y="681800"/>
            <a:ext cx="4030800" cy="3718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a:t>Why are heterogeneous teams useful?</a:t>
            </a:r>
            <a:endParaRPr/>
          </a:p>
          <a:p>
            <a:pPr marL="457200" lvl="0" indent="-317500" algn="l" rtl="0">
              <a:spcBef>
                <a:spcPts val="0"/>
              </a:spcBef>
              <a:spcAft>
                <a:spcPts val="0"/>
              </a:spcAft>
              <a:buSzPts val="1400"/>
              <a:buChar char="-"/>
            </a:pPr>
            <a:r>
              <a:rPr lang="en-US"/>
              <a:t>Persistent sensing</a:t>
            </a:r>
            <a:endParaRPr/>
          </a:p>
          <a:p>
            <a:pPr marL="457200" lvl="0" indent="-317500" algn="l" rtl="0">
              <a:spcBef>
                <a:spcPts val="0"/>
              </a:spcBef>
              <a:spcAft>
                <a:spcPts val="0"/>
              </a:spcAft>
              <a:buSzPts val="1400"/>
              <a:buChar char="-"/>
            </a:pPr>
            <a:r>
              <a:rPr lang="en-US"/>
              <a:t>Surveillance</a:t>
            </a:r>
            <a:endParaRPr/>
          </a:p>
          <a:p>
            <a:pPr marL="0" lvl="0" indent="0" algn="l" rtl="0">
              <a:spcBef>
                <a:spcPts val="0"/>
              </a:spcBef>
              <a:spcAft>
                <a:spcPts val="0"/>
              </a:spcAft>
              <a:buNone/>
            </a:pPr>
            <a:endParaRPr/>
          </a:p>
          <a:p>
            <a:pPr marL="0" lvl="0" indent="0" algn="l" rtl="0">
              <a:spcBef>
                <a:spcPts val="0"/>
              </a:spcBef>
              <a:spcAft>
                <a:spcPts val="0"/>
              </a:spcAft>
              <a:buNone/>
            </a:pPr>
            <a:r>
              <a:rPr lang="en-US"/>
              <a:t>USVs:</a:t>
            </a:r>
            <a:endParaRPr/>
          </a:p>
          <a:p>
            <a:pPr marL="457200" lvl="0" indent="-317500" algn="l" rtl="0">
              <a:spcBef>
                <a:spcPts val="0"/>
              </a:spcBef>
              <a:spcAft>
                <a:spcPts val="0"/>
              </a:spcAft>
              <a:buSzPts val="1400"/>
              <a:buChar char="-"/>
            </a:pPr>
            <a:r>
              <a:rPr lang="en-US"/>
              <a:t>Long endurance</a:t>
            </a:r>
            <a:endParaRPr/>
          </a:p>
          <a:p>
            <a:pPr marL="457200" lvl="0" indent="-317500" algn="l" rtl="0">
              <a:spcBef>
                <a:spcPts val="0"/>
              </a:spcBef>
              <a:spcAft>
                <a:spcPts val="0"/>
              </a:spcAft>
              <a:buSzPts val="1400"/>
              <a:buChar char="-"/>
            </a:pPr>
            <a:r>
              <a:rPr lang="en-US"/>
              <a:t>Energy harvesting</a:t>
            </a:r>
            <a:endParaRPr/>
          </a:p>
          <a:p>
            <a:pPr marL="457200" lvl="0" indent="-317500" algn="l" rtl="0">
              <a:spcBef>
                <a:spcPts val="0"/>
              </a:spcBef>
              <a:spcAft>
                <a:spcPts val="0"/>
              </a:spcAft>
              <a:buSzPts val="1400"/>
              <a:buChar char="-"/>
            </a:pPr>
            <a:r>
              <a:rPr lang="en-US"/>
              <a:t>Mobile communication relay</a:t>
            </a:r>
            <a:endParaRPr/>
          </a:p>
          <a:p>
            <a:pPr marL="0" lvl="0" indent="0" algn="l" rtl="0">
              <a:spcBef>
                <a:spcPts val="0"/>
              </a:spcBef>
              <a:spcAft>
                <a:spcPts val="0"/>
              </a:spcAft>
              <a:buNone/>
            </a:pPr>
            <a:endParaRPr/>
          </a:p>
          <a:p>
            <a:pPr marL="0" lvl="0" indent="0" algn="l" rtl="0">
              <a:spcBef>
                <a:spcPts val="0"/>
              </a:spcBef>
              <a:spcAft>
                <a:spcPts val="0"/>
              </a:spcAft>
              <a:buNone/>
            </a:pPr>
            <a:r>
              <a:rPr lang="en-US"/>
              <a:t>UAVs:</a:t>
            </a:r>
            <a:endParaRPr/>
          </a:p>
          <a:p>
            <a:pPr marL="457200" lvl="0" indent="-317500" algn="l" rtl="0">
              <a:spcBef>
                <a:spcPts val="0"/>
              </a:spcBef>
              <a:spcAft>
                <a:spcPts val="0"/>
              </a:spcAft>
              <a:buSzPts val="1400"/>
              <a:buChar char="-"/>
            </a:pPr>
            <a:r>
              <a:rPr lang="en-US"/>
              <a:t>Rapid localization of transient events</a:t>
            </a:r>
            <a:endParaRPr/>
          </a:p>
          <a:p>
            <a:pPr marL="457200" lvl="0" indent="-317500" algn="l" rtl="0">
              <a:spcBef>
                <a:spcPts val="0"/>
              </a:spcBef>
              <a:spcAft>
                <a:spcPts val="0"/>
              </a:spcAft>
              <a:buSzPts val="1400"/>
              <a:buChar char="-"/>
            </a:pPr>
            <a:r>
              <a:rPr lang="en-US"/>
              <a:t>High-resolution sensing</a:t>
            </a:r>
            <a:endParaRPr/>
          </a:p>
          <a:p>
            <a:pPr marL="457200" lvl="0" indent="-317500" algn="l" rtl="0">
              <a:spcBef>
                <a:spcPts val="0"/>
              </a:spcBef>
              <a:spcAft>
                <a:spcPts val="0"/>
              </a:spcAft>
              <a:buSzPts val="1400"/>
              <a:buChar char="-"/>
            </a:pPr>
            <a:r>
              <a:rPr lang="en-US"/>
              <a:t>Flexible revisit of targets</a:t>
            </a:r>
            <a:endParaRPr/>
          </a:p>
          <a:p>
            <a:pPr marL="0" lvl="0" indent="0" algn="l" rtl="0">
              <a:spcBef>
                <a:spcPts val="0"/>
              </a:spcBef>
              <a:spcAft>
                <a:spcPts val="0"/>
              </a:spcAft>
              <a:buNone/>
            </a:pPr>
            <a:endParaRPr/>
          </a:p>
          <a:p>
            <a:pPr marL="0" lvl="0" indent="0" algn="l" rtl="0">
              <a:spcBef>
                <a:spcPts val="0"/>
              </a:spcBef>
              <a:spcAft>
                <a:spcPts val="0"/>
              </a:spcAft>
              <a:buNone/>
            </a:pPr>
            <a:r>
              <a:rPr lang="en-US"/>
              <a:t>Combining the two enables persistent, adaptive monitoring</a:t>
            </a: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0"/>
        <p:cNvGrpSpPr/>
        <p:nvPr/>
      </p:nvGrpSpPr>
      <p:grpSpPr>
        <a:xfrm>
          <a:off x="0" y="0"/>
          <a:ext cx="0" cy="0"/>
          <a:chOff x="0" y="0"/>
          <a:chExt cx="0" cy="0"/>
        </a:xfrm>
      </p:grpSpPr>
      <p:sp>
        <p:nvSpPr>
          <p:cNvPr id="71" name="Google Shape;71;p4"/>
          <p:cNvSpPr txBox="1">
            <a:spLocks noGrp="1"/>
          </p:cNvSpPr>
          <p:nvPr>
            <p:ph type="title"/>
          </p:nvPr>
        </p:nvSpPr>
        <p:spPr>
          <a:xfrm>
            <a:off x="-1" y="1925"/>
            <a:ext cx="9129955" cy="987888"/>
          </a:xfrm>
          <a:prstGeom prst="rect">
            <a:avLst/>
          </a:prstGeom>
          <a:noFill/>
          <a:ln>
            <a:noFill/>
          </a:ln>
        </p:spPr>
        <p:txBody>
          <a:bodyPr spcFirstLastPara="1" wrap="square" lIns="91425" tIns="91425" rIns="91425" bIns="91425" anchor="t" anchorCtr="0">
            <a:noAutofit/>
          </a:bodyPr>
          <a:lstStyle/>
          <a:p>
            <a:pPr marL="0" lvl="0" indent="0" algn="l" rtl="0">
              <a:lnSpc>
                <a:spcPct val="90000"/>
              </a:lnSpc>
              <a:spcBef>
                <a:spcPts val="0"/>
              </a:spcBef>
              <a:spcAft>
                <a:spcPts val="0"/>
              </a:spcAft>
              <a:buClr>
                <a:schemeClr val="dk1"/>
              </a:buClr>
              <a:buSzPts val="2800"/>
              <a:buFont typeface="Calibri"/>
              <a:buNone/>
            </a:pPr>
            <a:r>
              <a:rPr lang="en-US" sz="2800"/>
              <a:t>The challenge? Synchronized Rendezvous</a:t>
            </a:r>
            <a:endParaRPr/>
          </a:p>
        </p:txBody>
      </p:sp>
      <p:sp>
        <p:nvSpPr>
          <p:cNvPr id="72" name="Google Shape;72;p4"/>
          <p:cNvSpPr txBox="1">
            <a:spLocks noGrp="1"/>
          </p:cNvSpPr>
          <p:nvPr>
            <p:ph type="sldNum" idx="12"/>
          </p:nvPr>
        </p:nvSpPr>
        <p:spPr>
          <a:xfrm>
            <a:off x="8287407" y="4717061"/>
            <a:ext cx="842548" cy="393600"/>
          </a:xfrm>
          <a:prstGeom prst="rect">
            <a:avLst/>
          </a:prstGeom>
          <a:noFill/>
          <a:ln>
            <a:noFill/>
          </a:ln>
        </p:spPr>
        <p:txBody>
          <a:bodyPr spcFirstLastPara="1" wrap="square" lIns="91425" tIns="91425" rIns="91425" bIns="91425" anchor="ctr" anchorCtr="0">
            <a:normAutofit fontScale="92500" lnSpcReduction="20000"/>
          </a:bodyPr>
          <a:lstStyle/>
          <a:p>
            <a:pPr marL="0" lvl="0" indent="0" algn="r" rtl="0">
              <a:lnSpc>
                <a:spcPct val="100000"/>
              </a:lnSpc>
              <a:spcBef>
                <a:spcPts val="0"/>
              </a:spcBef>
              <a:spcAft>
                <a:spcPts val="0"/>
              </a:spcAft>
              <a:buClr>
                <a:schemeClr val="lt1"/>
              </a:buClr>
              <a:buSzPct val="100000"/>
              <a:buFont typeface="Calibri"/>
              <a:buNone/>
            </a:pPr>
            <a:fld id="{00000000-1234-1234-1234-123412341234}" type="slidenum">
              <a:rPr lang="en-US"/>
              <a:t>3</a:t>
            </a:fld>
            <a:endParaRPr/>
          </a:p>
        </p:txBody>
      </p:sp>
      <p:sp>
        <p:nvSpPr>
          <p:cNvPr id="73" name="Google Shape;73;p4"/>
          <p:cNvSpPr txBox="1"/>
          <p:nvPr/>
        </p:nvSpPr>
        <p:spPr>
          <a:xfrm>
            <a:off x="121925" y="681800"/>
            <a:ext cx="4030800" cy="37182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a:t>Rendezvous enables:</a:t>
            </a:r>
            <a:endParaRPr/>
          </a:p>
          <a:p>
            <a:pPr marL="457200" lvl="0" indent="-317500" algn="l" rtl="0">
              <a:spcBef>
                <a:spcPts val="0"/>
              </a:spcBef>
              <a:spcAft>
                <a:spcPts val="0"/>
              </a:spcAft>
              <a:buSzPts val="1400"/>
              <a:buChar char="-"/>
            </a:pPr>
            <a:r>
              <a:rPr lang="en-US"/>
              <a:t>Data transfer</a:t>
            </a:r>
            <a:endParaRPr/>
          </a:p>
          <a:p>
            <a:pPr marL="457200" lvl="0" indent="-317500" algn="l" rtl="0">
              <a:spcBef>
                <a:spcPts val="0"/>
              </a:spcBef>
              <a:spcAft>
                <a:spcPts val="0"/>
              </a:spcAft>
              <a:buSzPts val="1400"/>
              <a:buChar char="-"/>
            </a:pPr>
            <a:r>
              <a:rPr lang="en-US"/>
              <a:t>Battery recharge/servicing</a:t>
            </a:r>
            <a:endParaRPr/>
          </a:p>
          <a:p>
            <a:pPr marL="457200" lvl="0" indent="-317500" algn="l" rtl="0">
              <a:spcBef>
                <a:spcPts val="0"/>
              </a:spcBef>
              <a:spcAft>
                <a:spcPts val="0"/>
              </a:spcAft>
              <a:buSzPts val="1400"/>
              <a:buChar char="-"/>
            </a:pPr>
            <a:r>
              <a:rPr lang="en-US"/>
              <a:t>Task reassignment between sorties</a:t>
            </a:r>
            <a:endParaRPr/>
          </a:p>
          <a:p>
            <a:pPr marL="0" lvl="0" indent="0" algn="l" rtl="0">
              <a:spcBef>
                <a:spcPts val="0"/>
              </a:spcBef>
              <a:spcAft>
                <a:spcPts val="0"/>
              </a:spcAft>
              <a:buNone/>
            </a:pPr>
            <a:endParaRPr/>
          </a:p>
          <a:p>
            <a:pPr marL="0" lvl="0" indent="0" algn="l" rtl="0">
              <a:spcBef>
                <a:spcPts val="0"/>
              </a:spcBef>
              <a:spcAft>
                <a:spcPts val="0"/>
              </a:spcAft>
              <a:buNone/>
            </a:pPr>
            <a:r>
              <a:rPr lang="en-US"/>
              <a:t>Why is this difficult?</a:t>
            </a:r>
            <a:endParaRPr/>
          </a:p>
          <a:p>
            <a:pPr marL="457200" lvl="0" indent="-317500" algn="l" rtl="0">
              <a:spcBef>
                <a:spcPts val="0"/>
              </a:spcBef>
              <a:spcAft>
                <a:spcPts val="0"/>
              </a:spcAft>
              <a:buSzPts val="1400"/>
              <a:buChar char="-"/>
            </a:pPr>
            <a:r>
              <a:rPr lang="en-US"/>
              <a:t>Heterogeneous agents (i.e differing dynamics)</a:t>
            </a:r>
            <a:endParaRPr/>
          </a:p>
          <a:p>
            <a:pPr marL="457200" lvl="0" indent="-317500" algn="l" rtl="0">
              <a:spcBef>
                <a:spcPts val="0"/>
              </a:spcBef>
              <a:spcAft>
                <a:spcPts val="0"/>
              </a:spcAft>
              <a:buSzPts val="1400"/>
              <a:buChar char="-"/>
            </a:pPr>
            <a:r>
              <a:rPr lang="en-US"/>
              <a:t>Unreliable marine communication</a:t>
            </a:r>
            <a:endParaRPr/>
          </a:p>
          <a:p>
            <a:pPr marL="914400" lvl="1" indent="-317500" algn="l" rtl="0">
              <a:spcBef>
                <a:spcPts val="0"/>
              </a:spcBef>
              <a:spcAft>
                <a:spcPts val="0"/>
              </a:spcAft>
              <a:buSzPts val="1400"/>
              <a:buChar char="-"/>
            </a:pPr>
            <a:r>
              <a:rPr lang="en-US"/>
              <a:t>Intermittent connectivity</a:t>
            </a:r>
            <a:endParaRPr/>
          </a:p>
          <a:p>
            <a:pPr marL="914400" lvl="1" indent="-317500" algn="l" rtl="0">
              <a:spcBef>
                <a:spcPts val="0"/>
              </a:spcBef>
              <a:spcAft>
                <a:spcPts val="0"/>
              </a:spcAft>
              <a:buSzPts val="1400"/>
              <a:buChar char="-"/>
            </a:pPr>
            <a:r>
              <a:rPr lang="en-US"/>
              <a:t>Time-varying interaction graphs</a:t>
            </a:r>
            <a:endParaRPr/>
          </a:p>
          <a:p>
            <a:pPr marL="457200" lvl="0" indent="-317500" algn="l" rtl="0">
              <a:spcBef>
                <a:spcPts val="0"/>
              </a:spcBef>
              <a:spcAft>
                <a:spcPts val="0"/>
              </a:spcAft>
              <a:buSzPts val="1400"/>
              <a:buChar char="-"/>
            </a:pPr>
            <a:r>
              <a:rPr lang="en-US"/>
              <a:t>Moving leader (USV)</a:t>
            </a:r>
            <a:endParaRPr/>
          </a:p>
          <a:p>
            <a:pPr marL="914400" lvl="1" indent="-317500" algn="l" rtl="0">
              <a:spcBef>
                <a:spcPts val="0"/>
              </a:spcBef>
              <a:spcAft>
                <a:spcPts val="0"/>
              </a:spcAft>
              <a:buSzPts val="1400"/>
              <a:buChar char="-"/>
            </a:pPr>
            <a:r>
              <a:rPr lang="en-US"/>
              <a:t>Synchronization alone is insufficient</a:t>
            </a:r>
            <a:endParaRPr/>
          </a:p>
          <a:p>
            <a:pPr marL="914400" lvl="1" indent="-317500" algn="l" rtl="0">
              <a:spcBef>
                <a:spcPts val="0"/>
              </a:spcBef>
              <a:spcAft>
                <a:spcPts val="0"/>
              </a:spcAft>
              <a:buSzPts val="1400"/>
              <a:buChar char="-"/>
            </a:pPr>
            <a:r>
              <a:rPr lang="en-US"/>
              <a:t>It is possible for UAVs to achieve consensus yet still miss the USV</a:t>
            </a:r>
            <a:endParaRPr/>
          </a:p>
        </p:txBody>
      </p:sp>
      <p:pic>
        <p:nvPicPr>
          <p:cNvPr id="74" name="Google Shape;74;p4"/>
          <p:cNvPicPr preferRelativeResize="0"/>
          <p:nvPr/>
        </p:nvPicPr>
        <p:blipFill rotWithShape="1">
          <a:blip r:embed="rId3">
            <a:alphaModFix/>
          </a:blip>
          <a:srcRect/>
          <a:stretch/>
        </p:blipFill>
        <p:spPr>
          <a:xfrm>
            <a:off x="4437107" y="1343121"/>
            <a:ext cx="1779019" cy="1186013"/>
          </a:xfrm>
          <a:prstGeom prst="rect">
            <a:avLst/>
          </a:prstGeom>
          <a:noFill/>
          <a:ln>
            <a:noFill/>
          </a:ln>
        </p:spPr>
      </p:pic>
      <p:sp>
        <p:nvSpPr>
          <p:cNvPr id="75" name="Google Shape;75;p4"/>
          <p:cNvSpPr txBox="1"/>
          <p:nvPr/>
        </p:nvSpPr>
        <p:spPr>
          <a:xfrm>
            <a:off x="4345409" y="2606527"/>
            <a:ext cx="1962300" cy="4308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Calibri"/>
                <a:ea typeface="Calibri"/>
                <a:cs typeface="Calibri"/>
                <a:sym typeface="Calibri"/>
              </a:rPr>
              <a:t>Solar-powered autonomous surface vessel (ASV)</a:t>
            </a:r>
            <a:endParaRPr sz="1400" b="0" i="0" u="none" strike="noStrike" cap="none">
              <a:solidFill>
                <a:srgbClr val="000000"/>
              </a:solidFill>
              <a:latin typeface="Arial"/>
              <a:ea typeface="Arial"/>
              <a:cs typeface="Arial"/>
              <a:sym typeface="Arial"/>
            </a:endParaRPr>
          </a:p>
        </p:txBody>
      </p:sp>
      <p:pic>
        <p:nvPicPr>
          <p:cNvPr id="76" name="Google Shape;76;p4"/>
          <p:cNvPicPr preferRelativeResize="0"/>
          <p:nvPr/>
        </p:nvPicPr>
        <p:blipFill rotWithShape="1">
          <a:blip r:embed="rId4">
            <a:alphaModFix/>
          </a:blip>
          <a:srcRect/>
          <a:stretch/>
        </p:blipFill>
        <p:spPr>
          <a:xfrm>
            <a:off x="4390199" y="3114714"/>
            <a:ext cx="1872815" cy="1250203"/>
          </a:xfrm>
          <a:prstGeom prst="rect">
            <a:avLst/>
          </a:prstGeom>
          <a:noFill/>
          <a:ln>
            <a:noFill/>
          </a:ln>
        </p:spPr>
      </p:pic>
      <p:sp>
        <p:nvSpPr>
          <p:cNvPr id="77" name="Google Shape;77;p4"/>
          <p:cNvSpPr txBox="1"/>
          <p:nvPr/>
        </p:nvSpPr>
        <p:spPr>
          <a:xfrm>
            <a:off x="4345462" y="4400047"/>
            <a:ext cx="19623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Calibri"/>
                <a:ea typeface="Calibri"/>
                <a:cs typeface="Calibri"/>
                <a:sym typeface="Calibri"/>
              </a:rPr>
              <a:t>Saildrone</a:t>
            </a:r>
            <a:endParaRPr sz="1100" b="0" i="0" u="none" strike="noStrike" cap="none">
              <a:solidFill>
                <a:schemeClr val="dk1"/>
              </a:solidFill>
              <a:latin typeface="Calibri"/>
              <a:ea typeface="Calibri"/>
              <a:cs typeface="Calibri"/>
              <a:sym typeface="Calibri"/>
            </a:endParaRPr>
          </a:p>
        </p:txBody>
      </p:sp>
      <p:sp>
        <p:nvSpPr>
          <p:cNvPr id="78" name="Google Shape;78;p4"/>
          <p:cNvSpPr txBox="1"/>
          <p:nvPr/>
        </p:nvSpPr>
        <p:spPr>
          <a:xfrm>
            <a:off x="4152565" y="619225"/>
            <a:ext cx="2348100" cy="6465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0" i="0" u="sng" strike="noStrike" cap="none">
                <a:solidFill>
                  <a:schemeClr val="dk1"/>
                </a:solidFill>
                <a:latin typeface="Calibri"/>
                <a:ea typeface="Calibri"/>
                <a:cs typeface="Calibri"/>
                <a:sym typeface="Calibri"/>
              </a:rPr>
              <a:t>Sustainably powered </a:t>
            </a:r>
            <a:r>
              <a:rPr lang="en-US" sz="1800" u="sng">
                <a:solidFill>
                  <a:schemeClr val="dk1"/>
                </a:solidFill>
                <a:latin typeface="Calibri"/>
                <a:ea typeface="Calibri"/>
                <a:cs typeface="Calibri"/>
                <a:sym typeface="Calibri"/>
              </a:rPr>
              <a:t>USVs</a:t>
            </a:r>
            <a:endParaRPr sz="1400" b="0" i="0" u="none" strike="noStrike" cap="none">
              <a:solidFill>
                <a:srgbClr val="000000"/>
              </a:solidFill>
              <a:latin typeface="Arial"/>
              <a:ea typeface="Arial"/>
              <a:cs typeface="Arial"/>
              <a:sym typeface="Arial"/>
            </a:endParaRPr>
          </a:p>
        </p:txBody>
      </p:sp>
      <p:pic>
        <p:nvPicPr>
          <p:cNvPr id="79" name="Google Shape;79;p4"/>
          <p:cNvPicPr preferRelativeResize="0"/>
          <p:nvPr/>
        </p:nvPicPr>
        <p:blipFill rotWithShape="1">
          <a:blip r:embed="rId5">
            <a:alphaModFix/>
          </a:blip>
          <a:srcRect/>
          <a:stretch/>
        </p:blipFill>
        <p:spPr>
          <a:xfrm>
            <a:off x="6720455" y="1343126"/>
            <a:ext cx="1098049" cy="846574"/>
          </a:xfrm>
          <a:prstGeom prst="rect">
            <a:avLst/>
          </a:prstGeom>
          <a:noFill/>
          <a:ln>
            <a:noFill/>
          </a:ln>
        </p:spPr>
      </p:pic>
      <p:pic>
        <p:nvPicPr>
          <p:cNvPr id="80" name="Google Shape;80;p4"/>
          <p:cNvPicPr preferRelativeResize="0"/>
          <p:nvPr/>
        </p:nvPicPr>
        <p:blipFill rotWithShape="1">
          <a:blip r:embed="rId5">
            <a:alphaModFix/>
          </a:blip>
          <a:srcRect/>
          <a:stretch/>
        </p:blipFill>
        <p:spPr>
          <a:xfrm>
            <a:off x="7868930" y="1622576"/>
            <a:ext cx="1098049" cy="846574"/>
          </a:xfrm>
          <a:prstGeom prst="rect">
            <a:avLst/>
          </a:prstGeom>
          <a:noFill/>
          <a:ln>
            <a:noFill/>
          </a:ln>
        </p:spPr>
      </p:pic>
      <p:pic>
        <p:nvPicPr>
          <p:cNvPr id="81" name="Google Shape;81;p4"/>
          <p:cNvPicPr preferRelativeResize="0"/>
          <p:nvPr/>
        </p:nvPicPr>
        <p:blipFill rotWithShape="1">
          <a:blip r:embed="rId5">
            <a:alphaModFix/>
          </a:blip>
          <a:srcRect/>
          <a:stretch/>
        </p:blipFill>
        <p:spPr>
          <a:xfrm>
            <a:off x="6624905" y="2398639"/>
            <a:ext cx="1098049" cy="846574"/>
          </a:xfrm>
          <a:prstGeom prst="rect">
            <a:avLst/>
          </a:prstGeom>
          <a:noFill/>
          <a:ln>
            <a:noFill/>
          </a:ln>
        </p:spPr>
      </p:pic>
      <p:pic>
        <p:nvPicPr>
          <p:cNvPr id="82" name="Google Shape;82;p4"/>
          <p:cNvPicPr preferRelativeResize="0"/>
          <p:nvPr/>
        </p:nvPicPr>
        <p:blipFill rotWithShape="1">
          <a:blip r:embed="rId5">
            <a:alphaModFix/>
          </a:blip>
          <a:srcRect/>
          <a:stretch/>
        </p:blipFill>
        <p:spPr>
          <a:xfrm>
            <a:off x="7924705" y="2606526"/>
            <a:ext cx="1098049" cy="846574"/>
          </a:xfrm>
          <a:prstGeom prst="rect">
            <a:avLst/>
          </a:prstGeom>
          <a:noFill/>
          <a:ln>
            <a:noFill/>
          </a:ln>
        </p:spPr>
      </p:pic>
      <p:pic>
        <p:nvPicPr>
          <p:cNvPr id="83" name="Google Shape;83;p4"/>
          <p:cNvPicPr preferRelativeResize="0"/>
          <p:nvPr/>
        </p:nvPicPr>
        <p:blipFill rotWithShape="1">
          <a:blip r:embed="rId5">
            <a:alphaModFix/>
          </a:blip>
          <a:srcRect/>
          <a:stretch/>
        </p:blipFill>
        <p:spPr>
          <a:xfrm>
            <a:off x="6826655" y="3412476"/>
            <a:ext cx="1098049" cy="846574"/>
          </a:xfrm>
          <a:prstGeom prst="rect">
            <a:avLst/>
          </a:prstGeom>
          <a:noFill/>
          <a:ln>
            <a:noFill/>
          </a:ln>
        </p:spPr>
      </p:pic>
      <p:sp>
        <p:nvSpPr>
          <p:cNvPr id="84" name="Google Shape;84;p4"/>
          <p:cNvSpPr txBox="1"/>
          <p:nvPr/>
        </p:nvSpPr>
        <p:spPr>
          <a:xfrm>
            <a:off x="6624890" y="696625"/>
            <a:ext cx="23481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u="sng">
                <a:solidFill>
                  <a:schemeClr val="dk1"/>
                </a:solidFill>
                <a:latin typeface="Calibri"/>
                <a:ea typeface="Calibri"/>
                <a:cs typeface="Calibri"/>
                <a:sym typeface="Calibri"/>
              </a:rPr>
              <a:t>UAV Team</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sp>
        <p:nvSpPr>
          <p:cNvPr id="89" name="Google Shape;89;p5"/>
          <p:cNvSpPr txBox="1">
            <a:spLocks noGrp="1"/>
          </p:cNvSpPr>
          <p:nvPr>
            <p:ph type="title"/>
          </p:nvPr>
        </p:nvSpPr>
        <p:spPr>
          <a:xfrm>
            <a:off x="0" y="1925"/>
            <a:ext cx="8520600" cy="486806"/>
          </a:xfrm>
          <a:prstGeom prst="rect">
            <a:avLst/>
          </a:prstGeom>
          <a:noFill/>
          <a:ln>
            <a:noFill/>
          </a:ln>
        </p:spPr>
        <p:txBody>
          <a:bodyPr spcFirstLastPara="1" wrap="square" lIns="91425" tIns="91425" rIns="91425" bIns="91425" anchor="t" anchorCtr="0">
            <a:normAutofit fontScale="90000"/>
          </a:bodyPr>
          <a:lstStyle/>
          <a:p>
            <a:pPr marL="0" lvl="0" indent="0" algn="l" rtl="0">
              <a:lnSpc>
                <a:spcPct val="90000"/>
              </a:lnSpc>
              <a:spcBef>
                <a:spcPts val="0"/>
              </a:spcBef>
              <a:spcAft>
                <a:spcPts val="0"/>
              </a:spcAft>
              <a:buClr>
                <a:schemeClr val="dk1"/>
              </a:buClr>
              <a:buSzPct val="94276"/>
              <a:buFont typeface="Calibri"/>
              <a:buNone/>
            </a:pPr>
            <a:r>
              <a:rPr lang="en-US"/>
              <a:t>Related Work</a:t>
            </a:r>
            <a:endParaRPr/>
          </a:p>
        </p:txBody>
      </p:sp>
      <p:sp>
        <p:nvSpPr>
          <p:cNvPr id="90" name="Google Shape;90;p5"/>
          <p:cNvSpPr txBox="1">
            <a:spLocks noGrp="1"/>
          </p:cNvSpPr>
          <p:nvPr>
            <p:ph type="sldNum" idx="12"/>
          </p:nvPr>
        </p:nvSpPr>
        <p:spPr>
          <a:xfrm>
            <a:off x="8287407" y="4717061"/>
            <a:ext cx="842548" cy="393600"/>
          </a:xfrm>
          <a:prstGeom prst="rect">
            <a:avLst/>
          </a:prstGeom>
          <a:noFill/>
          <a:ln>
            <a:noFill/>
          </a:ln>
        </p:spPr>
        <p:txBody>
          <a:bodyPr spcFirstLastPara="1" wrap="square" lIns="91425" tIns="91425" rIns="91425" bIns="91425" anchor="ctr" anchorCtr="0">
            <a:normAutofit fontScale="92500" lnSpcReduction="20000"/>
          </a:bodyPr>
          <a:lstStyle/>
          <a:p>
            <a:pPr marL="0" lvl="0" indent="0" algn="r" rtl="0">
              <a:lnSpc>
                <a:spcPct val="100000"/>
              </a:lnSpc>
              <a:spcBef>
                <a:spcPts val="0"/>
              </a:spcBef>
              <a:spcAft>
                <a:spcPts val="0"/>
              </a:spcAft>
              <a:buClr>
                <a:schemeClr val="lt1"/>
              </a:buClr>
              <a:buSzPct val="100000"/>
              <a:buFont typeface="Calibri"/>
              <a:buNone/>
            </a:pPr>
            <a:fld id="{00000000-1234-1234-1234-123412341234}" type="slidenum">
              <a:rPr lang="en-US"/>
              <a:t>4</a:t>
            </a:fld>
            <a:endParaRPr dirty="0"/>
          </a:p>
        </p:txBody>
      </p:sp>
      <p:cxnSp>
        <p:nvCxnSpPr>
          <p:cNvPr id="91" name="Google Shape;91;p5"/>
          <p:cNvCxnSpPr/>
          <p:nvPr/>
        </p:nvCxnSpPr>
        <p:spPr>
          <a:xfrm>
            <a:off x="4572000" y="579863"/>
            <a:ext cx="0" cy="4029308"/>
          </a:xfrm>
          <a:prstGeom prst="straightConnector1">
            <a:avLst/>
          </a:prstGeom>
          <a:noFill/>
          <a:ln w="38100" cap="flat" cmpd="sng">
            <a:solidFill>
              <a:schemeClr val="dk1"/>
            </a:solidFill>
            <a:prstDash val="dash"/>
            <a:miter lim="800000"/>
            <a:headEnd type="none" w="sm" len="sm"/>
            <a:tailEnd type="none" w="sm" len="sm"/>
          </a:ln>
        </p:spPr>
      </p:cxnSp>
      <p:cxnSp>
        <p:nvCxnSpPr>
          <p:cNvPr id="92" name="Google Shape;92;p5"/>
          <p:cNvCxnSpPr/>
          <p:nvPr/>
        </p:nvCxnSpPr>
        <p:spPr>
          <a:xfrm rot="10800000">
            <a:off x="27103" y="2858814"/>
            <a:ext cx="8764800" cy="0"/>
          </a:xfrm>
          <a:prstGeom prst="straightConnector1">
            <a:avLst/>
          </a:prstGeom>
          <a:noFill/>
          <a:ln w="38100" cap="flat" cmpd="sng">
            <a:solidFill>
              <a:schemeClr val="dk1"/>
            </a:solidFill>
            <a:prstDash val="dash"/>
            <a:miter lim="800000"/>
            <a:headEnd type="none" w="sm" len="sm"/>
            <a:tailEnd type="none" w="sm" len="sm"/>
          </a:ln>
        </p:spPr>
      </p:cxnSp>
      <p:sp>
        <p:nvSpPr>
          <p:cNvPr id="93" name="Google Shape;93;p5"/>
          <p:cNvSpPr txBox="1"/>
          <p:nvPr/>
        </p:nvSpPr>
        <p:spPr>
          <a:xfrm>
            <a:off x="322450" y="579875"/>
            <a:ext cx="3954300" cy="307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a:t>Multi-Agent Consensus &amp; Network Coordination</a:t>
            </a:r>
            <a:endParaRPr/>
          </a:p>
        </p:txBody>
      </p:sp>
      <p:sp>
        <p:nvSpPr>
          <p:cNvPr id="94" name="Google Shape;94;p5"/>
          <p:cNvSpPr txBox="1"/>
          <p:nvPr/>
        </p:nvSpPr>
        <p:spPr>
          <a:xfrm>
            <a:off x="27100" y="978825"/>
            <a:ext cx="4545000" cy="1755000"/>
          </a:xfrm>
          <a:prstGeom prst="rect">
            <a:avLst/>
          </a:prstGeom>
          <a:noFill/>
          <a:ln>
            <a:noFill/>
          </a:ln>
        </p:spPr>
        <p:txBody>
          <a:bodyPr spcFirstLastPara="1" wrap="square" lIns="91425" tIns="91425" rIns="91425" bIns="91425" anchor="t" anchorCtr="0">
            <a:noAutofit/>
          </a:bodyPr>
          <a:lstStyle/>
          <a:p>
            <a:pPr marL="457200" lvl="0" indent="-279400" algn="l" rtl="0">
              <a:spcBef>
                <a:spcPts val="0"/>
              </a:spcBef>
              <a:spcAft>
                <a:spcPts val="0"/>
              </a:spcAft>
              <a:buSzPts val="800"/>
              <a:buChar char="-"/>
            </a:pPr>
            <a:r>
              <a:rPr lang="en-US" sz="800"/>
              <a:t>J. A. Fax and R. M. Murray, “Information flow and cooperative control of vehicle formations,” IEEE Transactions on Automatic Control, vol. 49,no. 9, pp. 1465–1476, 2004.</a:t>
            </a:r>
            <a:endParaRPr sz="800"/>
          </a:p>
          <a:p>
            <a:pPr marL="457200" lvl="0" indent="-279400" algn="l" rtl="0">
              <a:spcBef>
                <a:spcPts val="0"/>
              </a:spcBef>
              <a:spcAft>
                <a:spcPts val="0"/>
              </a:spcAft>
              <a:buSzPts val="800"/>
              <a:buChar char="-"/>
            </a:pPr>
            <a:r>
              <a:rPr lang="en-US" sz="800"/>
              <a:t>R. Olfati-Saber and R. M. Murray, “Consensus problems in networks of agents with switching topology and time-delays,” IEEE Transactions on Automatic Control, vol. 49, no. 9, pp. 1520–1533, 2004.</a:t>
            </a:r>
            <a:endParaRPr sz="800"/>
          </a:p>
          <a:p>
            <a:pPr marL="457200" lvl="0" indent="-279400" algn="l" rtl="0">
              <a:spcBef>
                <a:spcPts val="0"/>
              </a:spcBef>
              <a:spcAft>
                <a:spcPts val="0"/>
              </a:spcAft>
              <a:buSzPts val="800"/>
              <a:buChar char="-"/>
            </a:pPr>
            <a:r>
              <a:rPr lang="en-US" sz="800"/>
              <a:t> W. Ren and R. W. Beard, “Consensus seeking in multi-agent systems under dynamically changing interaction topologies,” IEEE Transactions on Automatic Control, vol. 50, no. 5, pp. 655–661, 2005.</a:t>
            </a:r>
            <a:endParaRPr sz="800"/>
          </a:p>
          <a:p>
            <a:pPr marL="457200" lvl="0" indent="-279400" algn="l" rtl="0">
              <a:spcBef>
                <a:spcPts val="0"/>
              </a:spcBef>
              <a:spcAft>
                <a:spcPts val="0"/>
              </a:spcAft>
              <a:buSzPts val="800"/>
              <a:buChar char="-"/>
            </a:pPr>
            <a:r>
              <a:rPr lang="en-US" sz="800"/>
              <a:t> L. Moreau, “Stability of multiagent systems with time-dependent communication links,” IEEE Transactions on Automatic Control, vol. 50, no. 2, pp. 169–182, 2005.</a:t>
            </a:r>
            <a:endParaRPr sz="800"/>
          </a:p>
          <a:p>
            <a:pPr marL="457200" lvl="0" indent="-279400" algn="l" rtl="0">
              <a:spcBef>
                <a:spcPts val="0"/>
              </a:spcBef>
              <a:spcAft>
                <a:spcPts val="0"/>
              </a:spcAft>
              <a:buSzPts val="800"/>
              <a:buChar char="-"/>
            </a:pPr>
            <a:r>
              <a:rPr lang="en-US" sz="800"/>
              <a:t>R. Olfati-Saber, J. A. Fax, and R. M. Murray, “Consensus and cooperation in networked multi-agent systems,” Proceedings of the IEEE, vol. 95, no. 1, pp. 215–233, 2007.</a:t>
            </a:r>
            <a:endParaRPr sz="800"/>
          </a:p>
        </p:txBody>
      </p:sp>
      <p:sp>
        <p:nvSpPr>
          <p:cNvPr id="95" name="Google Shape;95;p5"/>
          <p:cNvSpPr txBox="1"/>
          <p:nvPr/>
        </p:nvSpPr>
        <p:spPr>
          <a:xfrm>
            <a:off x="4928273" y="596800"/>
            <a:ext cx="3831000" cy="307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a:t>Formation Control &amp; Multi-Agent Coordination</a:t>
            </a:r>
            <a:endParaRPr/>
          </a:p>
        </p:txBody>
      </p:sp>
      <p:sp>
        <p:nvSpPr>
          <p:cNvPr id="96" name="Google Shape;96;p5"/>
          <p:cNvSpPr txBox="1"/>
          <p:nvPr/>
        </p:nvSpPr>
        <p:spPr>
          <a:xfrm>
            <a:off x="4642125" y="995750"/>
            <a:ext cx="4403400" cy="1755000"/>
          </a:xfrm>
          <a:prstGeom prst="rect">
            <a:avLst/>
          </a:prstGeom>
          <a:noFill/>
          <a:ln>
            <a:noFill/>
          </a:ln>
        </p:spPr>
        <p:txBody>
          <a:bodyPr spcFirstLastPara="1" wrap="square" lIns="91425" tIns="91425" rIns="91425" bIns="91425" anchor="t" anchorCtr="0">
            <a:noAutofit/>
          </a:bodyPr>
          <a:lstStyle/>
          <a:p>
            <a:pPr marL="457200" lvl="0" indent="-279400" algn="l" rtl="0">
              <a:spcBef>
                <a:spcPts val="0"/>
              </a:spcBef>
              <a:spcAft>
                <a:spcPts val="0"/>
              </a:spcAft>
              <a:buSzPts val="800"/>
              <a:buChar char="-"/>
            </a:pPr>
            <a:r>
              <a:rPr lang="en-US" sz="800"/>
              <a:t>K.-K. Oh, M.-C. Park, and H.-S. Ahn, “A survey of multi-agent formation control,” Automatica, vol. 53, pp. 424–440, 2015. </a:t>
            </a:r>
            <a:endParaRPr sz="800"/>
          </a:p>
          <a:p>
            <a:pPr marL="457200" lvl="0" indent="-279400" algn="l" rtl="0">
              <a:spcBef>
                <a:spcPts val="0"/>
              </a:spcBef>
              <a:spcAft>
                <a:spcPts val="0"/>
              </a:spcAft>
              <a:buSzPts val="800"/>
              <a:buChar char="-"/>
            </a:pPr>
            <a:r>
              <a:rPr lang="en-US" sz="800"/>
              <a:t>R. Olfati-Saber, J. A. Fax, and R. M. Murray, “Consensus and cooperation in networked multi-agent systems,” Proceedings of the IEEE, vol. 95, no. 1, pp. 215–233, 2007</a:t>
            </a:r>
            <a:endParaRPr sz="800"/>
          </a:p>
        </p:txBody>
      </p:sp>
      <p:sp>
        <p:nvSpPr>
          <p:cNvPr id="97" name="Google Shape;97;p5"/>
          <p:cNvSpPr txBox="1"/>
          <p:nvPr/>
        </p:nvSpPr>
        <p:spPr>
          <a:xfrm>
            <a:off x="392475" y="2858825"/>
            <a:ext cx="3954300" cy="1998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US"/>
              <a:t>Leader-Follower Tracking</a:t>
            </a:r>
            <a:endParaRPr/>
          </a:p>
        </p:txBody>
      </p:sp>
      <p:sp>
        <p:nvSpPr>
          <p:cNvPr id="98" name="Google Shape;98;p5"/>
          <p:cNvSpPr txBox="1"/>
          <p:nvPr/>
        </p:nvSpPr>
        <p:spPr>
          <a:xfrm>
            <a:off x="97125" y="3149700"/>
            <a:ext cx="4545000" cy="1459500"/>
          </a:xfrm>
          <a:prstGeom prst="rect">
            <a:avLst/>
          </a:prstGeom>
          <a:noFill/>
          <a:ln>
            <a:noFill/>
          </a:ln>
        </p:spPr>
        <p:txBody>
          <a:bodyPr spcFirstLastPara="1" wrap="square" lIns="91425" tIns="91425" rIns="91425" bIns="91425" anchor="t" anchorCtr="0">
            <a:noAutofit/>
          </a:bodyPr>
          <a:lstStyle/>
          <a:p>
            <a:pPr marL="457200" lvl="0" indent="-279400" algn="l" rtl="0">
              <a:spcBef>
                <a:spcPts val="0"/>
              </a:spcBef>
              <a:spcAft>
                <a:spcPts val="0"/>
              </a:spcAft>
              <a:buSzPts val="800"/>
              <a:buChar char="-"/>
            </a:pPr>
            <a:r>
              <a:rPr lang="en-US" sz="800"/>
              <a:t>J. Hong, J. Hu, and L. Gao, “Tracking control for multi-agent consensus with an active leader and variable topology,” Automatica, vol. 42, no. 7, pp. 1177–1182, 2006. </a:t>
            </a:r>
            <a:endParaRPr sz="800"/>
          </a:p>
          <a:p>
            <a:pPr marL="457200" lvl="0" indent="-279400" algn="l" rtl="0">
              <a:spcBef>
                <a:spcPts val="0"/>
              </a:spcBef>
              <a:spcAft>
                <a:spcPts val="0"/>
              </a:spcAft>
              <a:buSzPts val="800"/>
              <a:buChar char="-"/>
            </a:pPr>
            <a:r>
              <a:rPr lang="en-US" sz="800"/>
              <a:t>[10] Y. Hong, L. Gao, D. Cheng, and J. Hu, “Lyapunov-based approach to multiagent systems with switching jointly connected interconnection,” IEEE Transactions on Automatic Control, vol. 52, no. 5, pp. 943–948, 2007.</a:t>
            </a:r>
            <a:endParaRPr sz="800"/>
          </a:p>
          <a:p>
            <a:pPr marL="457200" lvl="0" indent="-279400" algn="l" rtl="0">
              <a:spcBef>
                <a:spcPts val="0"/>
              </a:spcBef>
              <a:spcAft>
                <a:spcPts val="0"/>
              </a:spcAft>
              <a:buSzPts val="800"/>
              <a:buChar char="-"/>
            </a:pPr>
            <a:r>
              <a:rPr lang="en-US" sz="800"/>
              <a:t>W. Ni and D. Cheng, “Leader-following consensus of multi-agent systems under fixed and switching topologies,” Systems &amp; Control Letters, vol. 59, no. 3–4, pp. 209–217, 2010.</a:t>
            </a:r>
            <a:endParaRPr sz="800"/>
          </a:p>
          <a:p>
            <a:pPr marL="457200" lvl="0" indent="-279400" algn="l" rtl="0">
              <a:spcBef>
                <a:spcPts val="0"/>
              </a:spcBef>
              <a:spcAft>
                <a:spcPts val="0"/>
              </a:spcAft>
              <a:buSzPts val="800"/>
              <a:buChar char="-"/>
            </a:pPr>
            <a:r>
              <a:rPr lang="en-US" sz="800"/>
              <a:t>J. Hu and G. Feng, “Distributed tracking control of leader-follower multi-agent systems under noisy measurement,” Automatica, vol. 46, no. 8, pp. 1382–1387, 2010.</a:t>
            </a:r>
            <a:endParaRPr sz="800"/>
          </a:p>
        </p:txBody>
      </p:sp>
      <p:sp>
        <p:nvSpPr>
          <p:cNvPr id="99" name="Google Shape;99;p5"/>
          <p:cNvSpPr txBox="1"/>
          <p:nvPr/>
        </p:nvSpPr>
        <p:spPr>
          <a:xfrm>
            <a:off x="4866625" y="2966900"/>
            <a:ext cx="3954300" cy="307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a:t>Marine-Aerial Coordination &amp; Rendezvous</a:t>
            </a:r>
            <a:endParaRPr/>
          </a:p>
        </p:txBody>
      </p:sp>
      <p:sp>
        <p:nvSpPr>
          <p:cNvPr id="100" name="Google Shape;100;p5"/>
          <p:cNvSpPr txBox="1"/>
          <p:nvPr/>
        </p:nvSpPr>
        <p:spPr>
          <a:xfrm>
            <a:off x="4726550" y="3266250"/>
            <a:ext cx="4220400" cy="1226400"/>
          </a:xfrm>
          <a:prstGeom prst="rect">
            <a:avLst/>
          </a:prstGeom>
          <a:noFill/>
          <a:ln>
            <a:noFill/>
          </a:ln>
        </p:spPr>
        <p:txBody>
          <a:bodyPr spcFirstLastPara="1" wrap="square" lIns="91425" tIns="91425" rIns="91425" bIns="91425" anchor="t" anchorCtr="0">
            <a:noAutofit/>
          </a:bodyPr>
          <a:lstStyle/>
          <a:p>
            <a:pPr marL="457200" lvl="0" indent="-279400" algn="l" rtl="0">
              <a:spcBef>
                <a:spcPts val="0"/>
              </a:spcBef>
              <a:spcAft>
                <a:spcPts val="0"/>
              </a:spcAft>
              <a:buSzPts val="800"/>
              <a:buChar char="-"/>
            </a:pPr>
            <a:r>
              <a:rPr lang="en-US" sz="800"/>
              <a:t>K. Xue and T. Wu, “Distributed consensus of USVs under heterogeneous UAV-USV multi-agent systems cooperative control scheme,” Journal of Marine Science and Engineering, vol. 9, no. 11, p. 1314, 2021.</a:t>
            </a:r>
            <a:endParaRPr sz="800"/>
          </a:p>
          <a:p>
            <a:pPr marL="457200" lvl="0" indent="-279400" algn="l" rtl="0">
              <a:spcBef>
                <a:spcPts val="0"/>
              </a:spcBef>
              <a:spcAft>
                <a:spcPts val="0"/>
              </a:spcAft>
              <a:buSzPts val="800"/>
              <a:buChar char="-"/>
            </a:pPr>
            <a:r>
              <a:rPr lang="en-US" sz="800"/>
              <a:t>D. Li, K. M. Govindarajan, and C. Vermillion, “Clarity-driven ergodic control for persistent tip-and-cue missions with synchronized rendezvous,” in 2025 IEEE 64th Conference on Decision and Control (CDC), 2025, pp. 6394–6399.</a:t>
            </a:r>
            <a:endParaRPr sz="8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4"/>
        <p:cNvGrpSpPr/>
        <p:nvPr/>
      </p:nvGrpSpPr>
      <p:grpSpPr>
        <a:xfrm>
          <a:off x="0" y="0"/>
          <a:ext cx="0" cy="0"/>
          <a:chOff x="0" y="0"/>
          <a:chExt cx="0" cy="0"/>
        </a:xfrm>
      </p:grpSpPr>
      <p:sp>
        <p:nvSpPr>
          <p:cNvPr id="105" name="Google Shape;105;g3e64f7a63fc_0_7"/>
          <p:cNvSpPr txBox="1">
            <a:spLocks noGrp="1"/>
          </p:cNvSpPr>
          <p:nvPr>
            <p:ph type="title"/>
          </p:nvPr>
        </p:nvSpPr>
        <p:spPr>
          <a:xfrm>
            <a:off x="0" y="1925"/>
            <a:ext cx="8520600" cy="572700"/>
          </a:xfrm>
          <a:prstGeom prst="rect">
            <a:avLst/>
          </a:prstGeom>
        </p:spPr>
        <p:txBody>
          <a:bodyPr spcFirstLastPara="1" wrap="square" lIns="91425" tIns="91425" rIns="91425" bIns="91425" anchor="t" anchorCtr="0">
            <a:normAutofit fontScale="90000"/>
          </a:bodyPr>
          <a:lstStyle/>
          <a:p>
            <a:pPr marL="0" lvl="0" indent="0" algn="l" rtl="0">
              <a:lnSpc>
                <a:spcPct val="115000"/>
              </a:lnSpc>
              <a:spcBef>
                <a:spcPts val="1200"/>
              </a:spcBef>
              <a:spcAft>
                <a:spcPts val="1200"/>
              </a:spcAft>
              <a:buNone/>
            </a:pPr>
            <a:r>
              <a:rPr lang="en-US"/>
              <a:t>Problem Formulation: Leader-Follower Coordination</a:t>
            </a:r>
            <a:endParaRPr/>
          </a:p>
        </p:txBody>
      </p:sp>
      <p:sp>
        <p:nvSpPr>
          <p:cNvPr id="106" name="Google Shape;106;g3e64f7a63fc_0_7"/>
          <p:cNvSpPr txBox="1">
            <a:spLocks noGrp="1"/>
          </p:cNvSpPr>
          <p:nvPr>
            <p:ph type="body" idx="1"/>
          </p:nvPr>
        </p:nvSpPr>
        <p:spPr>
          <a:xfrm>
            <a:off x="0" y="722811"/>
            <a:ext cx="8832300" cy="3846000"/>
          </a:xfrm>
          <a:prstGeom prst="rect">
            <a:avLst/>
          </a:prstGeom>
        </p:spPr>
        <p:txBody>
          <a:bodyPr spcFirstLastPara="1" wrap="square" lIns="91425" tIns="91425" rIns="91425" bIns="91425" anchor="t" anchorCtr="0">
            <a:normAutofit/>
          </a:bodyPr>
          <a:lstStyle/>
          <a:p>
            <a:pPr marL="457200" lvl="0" indent="-330200" algn="l" rtl="0">
              <a:lnSpc>
                <a:spcPct val="115000"/>
              </a:lnSpc>
              <a:spcBef>
                <a:spcPts val="1200"/>
              </a:spcBef>
              <a:spcAft>
                <a:spcPts val="0"/>
              </a:spcAft>
              <a:buSzPts val="1600"/>
              <a:buChar char="●"/>
            </a:pPr>
            <a:r>
              <a:rPr lang="en-US" sz="1600" b="1"/>
              <a:t>The System:</a:t>
            </a:r>
            <a:r>
              <a:rPr lang="en-US" sz="1600"/>
              <a:t> We are coordinating a swarm of 10 drones (followers) to track a single Unmanned Surface Vehicle (the leader) in a 2D environment.</a:t>
            </a:r>
            <a:br>
              <a:rPr lang="en-US" sz="1600"/>
            </a:br>
            <a:endParaRPr sz="1600"/>
          </a:p>
          <a:p>
            <a:pPr marL="457200" lvl="0" indent="-330200" algn="l" rtl="0">
              <a:lnSpc>
                <a:spcPct val="115000"/>
              </a:lnSpc>
              <a:spcBef>
                <a:spcPts val="0"/>
              </a:spcBef>
              <a:spcAft>
                <a:spcPts val="0"/>
              </a:spcAft>
              <a:buSzPts val="1600"/>
              <a:buChar char="●"/>
            </a:pPr>
            <a:r>
              <a:rPr lang="en-US" sz="1600" b="1"/>
              <a:t>Drone Dynamics:</a:t>
            </a:r>
            <a:r>
              <a:rPr lang="en-US" sz="1600"/>
              <a:t> Each drone operates on a direct velocity-control model. Their positions are updated 20 times per second (20 Hz).</a:t>
            </a:r>
            <a:br>
              <a:rPr lang="en-US" sz="1600"/>
            </a:br>
            <a:endParaRPr sz="1600"/>
          </a:p>
          <a:p>
            <a:pPr marL="457200" lvl="0" indent="-330200" algn="l" rtl="0">
              <a:lnSpc>
                <a:spcPct val="115000"/>
              </a:lnSpc>
              <a:spcBef>
                <a:spcPts val="0"/>
              </a:spcBef>
              <a:spcAft>
                <a:spcPts val="0"/>
              </a:spcAft>
              <a:buSzPts val="1600"/>
              <a:buChar char="●"/>
            </a:pPr>
            <a:r>
              <a:rPr lang="en-US" sz="1600" b="1"/>
              <a:t>Leader Behavior:</a:t>
            </a:r>
            <a:r>
              <a:rPr lang="en-US" sz="1600"/>
              <a:t> The USV leader acts as our target reference. It moves autonomously in a continuous circular path (radius of 5 meters, moving at 1 m/s).</a:t>
            </a:r>
            <a:br>
              <a:rPr lang="en-US" sz="1600"/>
            </a:br>
            <a:endParaRPr sz="1600"/>
          </a:p>
          <a:p>
            <a:pPr marL="457200" lvl="0" indent="-330200" algn="l" rtl="0">
              <a:lnSpc>
                <a:spcPct val="115000"/>
              </a:lnSpc>
              <a:spcBef>
                <a:spcPts val="0"/>
              </a:spcBef>
              <a:spcAft>
                <a:spcPts val="0"/>
              </a:spcAft>
              <a:buSzPts val="1600"/>
              <a:buChar char="●"/>
            </a:pPr>
            <a:r>
              <a:rPr lang="en-US" sz="1600" b="1"/>
              <a:t>The Objective:</a:t>
            </a:r>
            <a:r>
              <a:rPr lang="en-US" sz="1600"/>
              <a:t> Implement a consensus-tracking approach where the drones adjust their control inputs to successfully follow the USV's trajectory.</a:t>
            </a:r>
            <a:endParaRPr sz="1600"/>
          </a:p>
        </p:txBody>
      </p:sp>
      <p:sp>
        <p:nvSpPr>
          <p:cNvPr id="107" name="Google Shape;107;g3e64f7a63fc_0_7"/>
          <p:cNvSpPr txBox="1">
            <a:spLocks noGrp="1"/>
          </p:cNvSpPr>
          <p:nvPr>
            <p:ph type="sldNum" idx="12"/>
          </p:nvPr>
        </p:nvSpPr>
        <p:spPr>
          <a:xfrm>
            <a:off x="8287407" y="4717061"/>
            <a:ext cx="842400" cy="393600"/>
          </a:xfrm>
          <a:prstGeom prst="rect">
            <a:avLst/>
          </a:prstGeom>
        </p:spPr>
        <p:txBody>
          <a:bodyPr spcFirstLastPara="1" wrap="square" lIns="91425" tIns="91425" rIns="91425" bIns="91425" anchor="ctr" anchorCtr="0">
            <a:normAutofit fontScale="92500" lnSpcReduction="20000"/>
          </a:bodyPr>
          <a:lstStyle/>
          <a:p>
            <a:pPr marL="0" lvl="0" indent="0" algn="r" rtl="0">
              <a:spcBef>
                <a:spcPts val="0"/>
              </a:spcBef>
              <a:spcAft>
                <a:spcPts val="0"/>
              </a:spcAft>
              <a:buNone/>
            </a:pPr>
            <a:fld id="{00000000-1234-1234-1234-123412341234}" type="slidenum">
              <a:rPr lang="en-US" smtClean="0"/>
              <a:t>5</a:t>
            </a:fld>
            <a:endParaRPr sz="1400" dirty="0">
              <a:solidFill>
                <a:srgbClr val="000000"/>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1"/>
        <p:cNvGrpSpPr/>
        <p:nvPr/>
      </p:nvGrpSpPr>
      <p:grpSpPr>
        <a:xfrm>
          <a:off x="0" y="0"/>
          <a:ext cx="0" cy="0"/>
          <a:chOff x="0" y="0"/>
          <a:chExt cx="0" cy="0"/>
        </a:xfrm>
      </p:grpSpPr>
      <p:sp>
        <p:nvSpPr>
          <p:cNvPr id="112" name="Google Shape;112;g3e64f7a63fc_0_14"/>
          <p:cNvSpPr txBox="1">
            <a:spLocks noGrp="1"/>
          </p:cNvSpPr>
          <p:nvPr>
            <p:ph type="title"/>
          </p:nvPr>
        </p:nvSpPr>
        <p:spPr>
          <a:xfrm>
            <a:off x="0" y="19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US"/>
              <a:t>Communication Model</a:t>
            </a:r>
            <a:endParaRPr/>
          </a:p>
        </p:txBody>
      </p:sp>
      <p:sp>
        <p:nvSpPr>
          <p:cNvPr id="113" name="Google Shape;113;g3e64f7a63fc_0_14"/>
          <p:cNvSpPr txBox="1">
            <a:spLocks noGrp="1"/>
          </p:cNvSpPr>
          <p:nvPr>
            <p:ph type="body" idx="1"/>
          </p:nvPr>
        </p:nvSpPr>
        <p:spPr>
          <a:xfrm>
            <a:off x="0" y="722811"/>
            <a:ext cx="8832300" cy="3846000"/>
          </a:xfrm>
          <a:prstGeom prst="rect">
            <a:avLst/>
          </a:prstGeom>
        </p:spPr>
        <p:txBody>
          <a:bodyPr spcFirstLastPara="1" wrap="square" lIns="91425" tIns="91425" rIns="91425" bIns="91425" anchor="t" anchorCtr="0">
            <a:normAutofit/>
          </a:bodyPr>
          <a:lstStyle/>
          <a:p>
            <a:pPr marL="457200" lvl="0" indent="-298450" algn="l" rtl="0">
              <a:lnSpc>
                <a:spcPct val="115000"/>
              </a:lnSpc>
              <a:spcBef>
                <a:spcPts val="0"/>
              </a:spcBef>
              <a:spcAft>
                <a:spcPts val="0"/>
              </a:spcAft>
              <a:buSzPts val="1100"/>
              <a:buChar char="●"/>
            </a:pPr>
            <a:r>
              <a:rPr lang="en-US" sz="1600" b="1"/>
              <a:t>Time-Varying Network:</a:t>
            </a:r>
            <a:r>
              <a:rPr lang="en-US" sz="1600"/>
              <a:t> Inter-drone communication is modeled as a directed graph</a:t>
            </a:r>
            <a:br>
              <a:rPr lang="en-US" sz="1600"/>
            </a:br>
            <a:r>
              <a:rPr lang="en-US" sz="1600"/>
              <a:t>where the switching signal </a:t>
            </a:r>
            <a:br>
              <a:rPr lang="en-US" sz="1600"/>
            </a:br>
            <a:endParaRPr sz="1600"/>
          </a:p>
          <a:p>
            <a:pPr marL="457200" lvl="0" indent="-298450" algn="l" rtl="0">
              <a:lnSpc>
                <a:spcPct val="115000"/>
              </a:lnSpc>
              <a:spcBef>
                <a:spcPts val="0"/>
              </a:spcBef>
              <a:spcAft>
                <a:spcPts val="0"/>
              </a:spcAft>
              <a:buSzPts val="1100"/>
              <a:buChar char="●"/>
            </a:pPr>
            <a:r>
              <a:rPr lang="en-US" sz="1600" b="1"/>
              <a:t>Bernoulli Switching:</a:t>
            </a:r>
            <a:r>
              <a:rPr lang="en-US" sz="1600"/>
              <a:t> The nominal graph is fully connected (no self-loops). At each update step, edges are independently retained with a probability of 0.6 and dropped with a probability of 0.4</a:t>
            </a:r>
            <a:br>
              <a:rPr lang="en-US" sz="1600"/>
            </a:br>
            <a:endParaRPr sz="1600"/>
          </a:p>
          <a:p>
            <a:pPr marL="457200" lvl="0" indent="-298450" algn="l" rtl="0">
              <a:lnSpc>
                <a:spcPct val="115000"/>
              </a:lnSpc>
              <a:spcBef>
                <a:spcPts val="0"/>
              </a:spcBef>
              <a:spcAft>
                <a:spcPts val="0"/>
              </a:spcAft>
              <a:buSzPts val="1100"/>
              <a:buChar char="●"/>
            </a:pPr>
            <a:r>
              <a:rPr lang="en-US" sz="1600" b="1"/>
              <a:t>Leader Pinning: </a:t>
            </a:r>
            <a:r>
              <a:rPr lang="en-US" sz="1600"/>
              <a:t>Leader-visibility is fixed. Only Drones 1, 2, and 3 are pinned to the USV with unit gain, represented by the pinning matrix:</a:t>
            </a:r>
            <a:br>
              <a:rPr lang="en-US" sz="1600"/>
            </a:br>
            <a:endParaRPr sz="1600"/>
          </a:p>
          <a:p>
            <a:pPr marL="0" lvl="0" indent="0" algn="l" rtl="0">
              <a:spcBef>
                <a:spcPts val="1200"/>
              </a:spcBef>
              <a:spcAft>
                <a:spcPts val="0"/>
              </a:spcAft>
              <a:buNone/>
            </a:pPr>
            <a:endParaRPr sz="1600"/>
          </a:p>
        </p:txBody>
      </p:sp>
      <p:pic>
        <p:nvPicPr>
          <p:cNvPr id="115" name="Google Shape;115;g3e64f7a63fc_0_14" title="Screenshot 2026-04-25 at 3.48.52 PM.png"/>
          <p:cNvPicPr preferRelativeResize="0"/>
          <p:nvPr/>
        </p:nvPicPr>
        <p:blipFill>
          <a:blip r:embed="rId3">
            <a:alphaModFix/>
          </a:blip>
          <a:stretch>
            <a:fillRect/>
          </a:stretch>
        </p:blipFill>
        <p:spPr>
          <a:xfrm>
            <a:off x="2772043" y="1116675"/>
            <a:ext cx="339357" cy="243200"/>
          </a:xfrm>
          <a:prstGeom prst="rect">
            <a:avLst/>
          </a:prstGeom>
          <a:noFill/>
          <a:ln>
            <a:noFill/>
          </a:ln>
          <a:effectLst>
            <a:reflection endPos="30000" dist="38100" dir="5400000" fadeDir="5400012" sy="-100000" algn="bl" rotWithShape="0"/>
          </a:effectLst>
        </p:spPr>
      </p:pic>
      <p:pic>
        <p:nvPicPr>
          <p:cNvPr id="116" name="Google Shape;116;g3e64f7a63fc_0_14" title="Screenshot 2026-04-25 at 3.47.04 PM.png"/>
          <p:cNvPicPr preferRelativeResize="0"/>
          <p:nvPr/>
        </p:nvPicPr>
        <p:blipFill>
          <a:blip r:embed="rId4">
            <a:alphaModFix/>
          </a:blip>
          <a:stretch>
            <a:fillRect/>
          </a:stretch>
        </p:blipFill>
        <p:spPr>
          <a:xfrm>
            <a:off x="7465575" y="821525"/>
            <a:ext cx="1678425" cy="295150"/>
          </a:xfrm>
          <a:prstGeom prst="rect">
            <a:avLst/>
          </a:prstGeom>
          <a:noFill/>
          <a:ln>
            <a:noFill/>
          </a:ln>
        </p:spPr>
      </p:pic>
      <p:sp>
        <p:nvSpPr>
          <p:cNvPr id="117" name="Google Shape;117;g3e64f7a63fc_0_14"/>
          <p:cNvSpPr txBox="1"/>
          <p:nvPr/>
        </p:nvSpPr>
        <p:spPr>
          <a:xfrm>
            <a:off x="3111400" y="1006975"/>
            <a:ext cx="3229200" cy="227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US" sz="1600">
                <a:solidFill>
                  <a:schemeClr val="dk1"/>
                </a:solidFill>
                <a:latin typeface="Calibri"/>
                <a:ea typeface="Calibri"/>
                <a:cs typeface="Calibri"/>
                <a:sym typeface="Calibri"/>
              </a:rPr>
              <a:t>captures intermittent link failures</a:t>
            </a:r>
            <a:endParaRPr sz="1100">
              <a:solidFill>
                <a:schemeClr val="dk1"/>
              </a:solidFill>
            </a:endParaRPr>
          </a:p>
        </p:txBody>
      </p:sp>
      <p:pic>
        <p:nvPicPr>
          <p:cNvPr id="118" name="Google Shape;118;g3e64f7a63fc_0_14" title="Screenshot 2026-04-25 at 3.53.10 PM.png"/>
          <p:cNvPicPr preferRelativeResize="0"/>
          <p:nvPr/>
        </p:nvPicPr>
        <p:blipFill rotWithShape="1">
          <a:blip r:embed="rId5">
            <a:alphaModFix/>
          </a:blip>
          <a:srcRect t="18040"/>
          <a:stretch/>
        </p:blipFill>
        <p:spPr>
          <a:xfrm>
            <a:off x="2258925" y="3264350"/>
            <a:ext cx="3480010" cy="393600"/>
          </a:xfrm>
          <a:prstGeom prst="rect">
            <a:avLst/>
          </a:prstGeom>
          <a:noFill/>
          <a:ln>
            <a:noFill/>
          </a:ln>
        </p:spPr>
      </p:pic>
      <p:sp>
        <p:nvSpPr>
          <p:cNvPr id="2" name="Google Shape;90;p5">
            <a:extLst>
              <a:ext uri="{FF2B5EF4-FFF2-40B4-BE49-F238E27FC236}">
                <a16:creationId xmlns:a16="http://schemas.microsoft.com/office/drawing/2014/main" id="{869BF736-C44E-D0B9-DA9C-4D6621561655}"/>
              </a:ext>
            </a:extLst>
          </p:cNvPr>
          <p:cNvSpPr txBox="1">
            <a:spLocks noGrp="1"/>
          </p:cNvSpPr>
          <p:nvPr>
            <p:ph type="sldNum" idx="12"/>
          </p:nvPr>
        </p:nvSpPr>
        <p:spPr>
          <a:xfrm>
            <a:off x="8287407" y="4717061"/>
            <a:ext cx="842548" cy="393600"/>
          </a:xfrm>
          <a:prstGeom prst="rect">
            <a:avLst/>
          </a:prstGeom>
          <a:noFill/>
          <a:ln>
            <a:noFill/>
          </a:ln>
        </p:spPr>
        <p:txBody>
          <a:bodyPr spcFirstLastPara="1" wrap="square" lIns="91425" tIns="91425" rIns="91425" bIns="91425" anchor="ctr" anchorCtr="0">
            <a:normAutofit fontScale="92500" lnSpcReduction="20000"/>
          </a:bodyPr>
          <a:lstStyle/>
          <a:p>
            <a:pPr marL="0" lvl="0" indent="0" algn="r" rtl="0">
              <a:lnSpc>
                <a:spcPct val="100000"/>
              </a:lnSpc>
              <a:spcBef>
                <a:spcPts val="0"/>
              </a:spcBef>
              <a:spcAft>
                <a:spcPts val="0"/>
              </a:spcAft>
              <a:buClr>
                <a:schemeClr val="lt1"/>
              </a:buClr>
              <a:buSzPct val="100000"/>
              <a:buFont typeface="Calibri"/>
              <a:buNone/>
            </a:pPr>
            <a:fld id="{00000000-1234-1234-1234-123412341234}" type="slidenum">
              <a:rPr lang="en-US"/>
              <a:t>6</a:t>
            </a:fld>
            <a:endParaRPr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0">
  <p:cSld>
    <p:spTree>
      <p:nvGrpSpPr>
        <p:cNvPr id="1" name="Shape 122"/>
        <p:cNvGrpSpPr/>
        <p:nvPr/>
      </p:nvGrpSpPr>
      <p:grpSpPr>
        <a:xfrm>
          <a:off x="0" y="0"/>
          <a:ext cx="0" cy="0"/>
          <a:chOff x="0" y="0"/>
          <a:chExt cx="0" cy="0"/>
        </a:xfrm>
      </p:grpSpPr>
      <p:sp>
        <p:nvSpPr>
          <p:cNvPr id="123" name="Google Shape;123;g3e64f7a63fc_0_26"/>
          <p:cNvSpPr txBox="1">
            <a:spLocks noGrp="1"/>
          </p:cNvSpPr>
          <p:nvPr>
            <p:ph type="title"/>
          </p:nvPr>
        </p:nvSpPr>
        <p:spPr>
          <a:xfrm>
            <a:off x="0" y="19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US"/>
              <a:t>Objective Function: Baseline</a:t>
            </a:r>
            <a:endParaRPr/>
          </a:p>
        </p:txBody>
      </p:sp>
      <p:sp>
        <p:nvSpPr>
          <p:cNvPr id="124" name="Google Shape;124;g3e64f7a63fc_0_26"/>
          <p:cNvSpPr txBox="1">
            <a:spLocks noGrp="1"/>
          </p:cNvSpPr>
          <p:nvPr>
            <p:ph type="body" idx="1"/>
          </p:nvPr>
        </p:nvSpPr>
        <p:spPr>
          <a:xfrm>
            <a:off x="112575" y="722800"/>
            <a:ext cx="8832300" cy="13293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US" sz="1600" b="1"/>
              <a:t>Baseline Control Law:</a:t>
            </a:r>
            <a:r>
              <a:rPr lang="en-US" sz="1600"/>
              <a:t> The controller relies on a common correction gain (</a:t>
            </a:r>
            <a:r>
              <a:rPr lang="en-US" sz="1600" i="1"/>
              <a:t>k = 1.5</a:t>
            </a:r>
            <a:r>
              <a:rPr lang="en-US" sz="1600"/>
              <a:t>) to penalize disagreement with neighbors and pull pinned drones toward the USV:</a:t>
            </a:r>
            <a:endParaRPr sz="1100">
              <a:latin typeface="Arial"/>
              <a:ea typeface="Arial"/>
              <a:cs typeface="Arial"/>
              <a:sym typeface="Arial"/>
            </a:endParaRPr>
          </a:p>
          <a:p>
            <a:pPr marL="0" lvl="0" indent="0" algn="l" rtl="0">
              <a:spcBef>
                <a:spcPts val="0"/>
              </a:spcBef>
              <a:spcAft>
                <a:spcPts val="0"/>
              </a:spcAft>
              <a:buNone/>
            </a:pPr>
            <a:endParaRPr sz="1100">
              <a:latin typeface="Arial"/>
              <a:ea typeface="Arial"/>
              <a:cs typeface="Arial"/>
              <a:sym typeface="Arial"/>
            </a:endParaRPr>
          </a:p>
          <a:p>
            <a:pPr marL="0" lvl="0" indent="0" algn="l" rtl="0">
              <a:spcBef>
                <a:spcPts val="0"/>
              </a:spcBef>
              <a:spcAft>
                <a:spcPts val="0"/>
              </a:spcAft>
              <a:buNone/>
            </a:pPr>
            <a:endParaRPr sz="1100">
              <a:latin typeface="Arial"/>
              <a:ea typeface="Arial"/>
              <a:cs typeface="Arial"/>
              <a:sym typeface="Arial"/>
            </a:endParaRPr>
          </a:p>
        </p:txBody>
      </p:sp>
      <p:sp>
        <p:nvSpPr>
          <p:cNvPr id="125" name="Google Shape;125;g3e64f7a63fc_0_26"/>
          <p:cNvSpPr txBox="1">
            <a:spLocks noGrp="1"/>
          </p:cNvSpPr>
          <p:nvPr>
            <p:ph type="sldNum" idx="12"/>
          </p:nvPr>
        </p:nvSpPr>
        <p:spPr>
          <a:xfrm>
            <a:off x="8287407" y="4717061"/>
            <a:ext cx="842400" cy="393600"/>
          </a:xfrm>
          <a:prstGeom prst="rect">
            <a:avLst/>
          </a:prstGeom>
        </p:spPr>
        <p:txBody>
          <a:bodyPr spcFirstLastPara="1" wrap="square" lIns="91425" tIns="91425" rIns="91425" bIns="91425" anchor="ctr" anchorCtr="0">
            <a:normAutofit fontScale="92500" lnSpcReduction="20000"/>
          </a:bodyPr>
          <a:lstStyle/>
          <a:p>
            <a:pPr marL="0" lvl="0" indent="0" algn="r" rtl="0">
              <a:spcBef>
                <a:spcPts val="0"/>
              </a:spcBef>
              <a:spcAft>
                <a:spcPts val="0"/>
              </a:spcAft>
              <a:buClr>
                <a:schemeClr val="lt1"/>
              </a:buClr>
              <a:buSzPct val="128571"/>
              <a:buFont typeface="Calibri"/>
              <a:buNone/>
            </a:pPr>
            <a:fld id="{00000000-1234-1234-1234-123412341234}" type="slidenum">
              <a:rPr lang="en-US"/>
              <a:t>7</a:t>
            </a:fld>
            <a:r>
              <a:rPr lang="en-US"/>
              <a:t>/23</a:t>
            </a:r>
            <a:endParaRPr sz="1400">
              <a:solidFill>
                <a:srgbClr val="000000"/>
              </a:solidFill>
              <a:latin typeface="Arial"/>
              <a:ea typeface="Arial"/>
              <a:cs typeface="Arial"/>
              <a:sym typeface="Arial"/>
            </a:endParaRPr>
          </a:p>
        </p:txBody>
      </p:sp>
      <p:pic>
        <p:nvPicPr>
          <p:cNvPr id="126" name="Google Shape;126;g3e64f7a63fc_0_26" title="Screenshot 2026-04-25 at 4.09.29 PM.png"/>
          <p:cNvPicPr preferRelativeResize="0"/>
          <p:nvPr/>
        </p:nvPicPr>
        <p:blipFill rotWithShape="1">
          <a:blip r:embed="rId3">
            <a:alphaModFix/>
          </a:blip>
          <a:srcRect t="6690"/>
          <a:stretch/>
        </p:blipFill>
        <p:spPr>
          <a:xfrm>
            <a:off x="1307550" y="1375725"/>
            <a:ext cx="4494050" cy="676375"/>
          </a:xfrm>
          <a:prstGeom prst="rect">
            <a:avLst/>
          </a:prstGeom>
          <a:noFill/>
          <a:ln>
            <a:noFill/>
          </a:ln>
        </p:spPr>
      </p:pic>
      <p:pic>
        <p:nvPicPr>
          <p:cNvPr id="127" name="Google Shape;127;g3e64f7a63fc_0_26" title="Screenshot 2026-04-25 at 4.09.50 PM.png"/>
          <p:cNvPicPr preferRelativeResize="0"/>
          <p:nvPr/>
        </p:nvPicPr>
        <p:blipFill rotWithShape="1">
          <a:blip r:embed="rId4">
            <a:alphaModFix/>
          </a:blip>
          <a:srcRect l="5051"/>
          <a:stretch/>
        </p:blipFill>
        <p:spPr>
          <a:xfrm>
            <a:off x="5663050" y="1375725"/>
            <a:ext cx="2277350" cy="479700"/>
          </a:xfrm>
          <a:prstGeom prst="rect">
            <a:avLst/>
          </a:prstGeom>
          <a:noFill/>
          <a:ln>
            <a:noFill/>
          </a:ln>
        </p:spPr>
      </p:pic>
      <p:sp>
        <p:nvSpPr>
          <p:cNvPr id="128" name="Google Shape;128;g3e64f7a63fc_0_26"/>
          <p:cNvSpPr txBox="1">
            <a:spLocks noGrp="1"/>
          </p:cNvSpPr>
          <p:nvPr>
            <p:ph type="body" idx="1"/>
          </p:nvPr>
        </p:nvSpPr>
        <p:spPr>
          <a:xfrm>
            <a:off x="112575" y="2135962"/>
            <a:ext cx="8832300" cy="13293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US" sz="1600" b="1"/>
              <a:t>Error Dynamics:</a:t>
            </a:r>
            <a:r>
              <a:rPr lang="en-US" sz="1600"/>
              <a:t> In stacked form, the system error induced by this controller is:</a:t>
            </a:r>
            <a:endParaRPr sz="1600"/>
          </a:p>
          <a:p>
            <a:pPr marL="0" lvl="0" indent="0" algn="l" rtl="0">
              <a:spcBef>
                <a:spcPts val="0"/>
              </a:spcBef>
              <a:spcAft>
                <a:spcPts val="0"/>
              </a:spcAft>
              <a:buNone/>
            </a:pPr>
            <a:endParaRPr sz="1600"/>
          </a:p>
        </p:txBody>
      </p:sp>
      <p:pic>
        <p:nvPicPr>
          <p:cNvPr id="129" name="Google Shape;129;g3e64f7a63fc_0_26" title="Screenshot 2026-04-25 at 4.12.06 PM.png"/>
          <p:cNvPicPr preferRelativeResize="0"/>
          <p:nvPr/>
        </p:nvPicPr>
        <p:blipFill>
          <a:blip r:embed="rId5">
            <a:alphaModFix/>
          </a:blip>
          <a:stretch>
            <a:fillRect/>
          </a:stretch>
        </p:blipFill>
        <p:spPr>
          <a:xfrm>
            <a:off x="2217758" y="2560741"/>
            <a:ext cx="3850742" cy="479700"/>
          </a:xfrm>
          <a:prstGeom prst="rect">
            <a:avLst/>
          </a:prstGeom>
          <a:noFill/>
          <a:ln>
            <a:noFill/>
          </a:ln>
        </p:spPr>
      </p:pic>
      <p:sp>
        <p:nvSpPr>
          <p:cNvPr id="130" name="Google Shape;130;g3e64f7a63fc_0_26"/>
          <p:cNvSpPr txBox="1">
            <a:spLocks noGrp="1"/>
          </p:cNvSpPr>
          <p:nvPr>
            <p:ph type="body" idx="1"/>
          </p:nvPr>
        </p:nvSpPr>
        <p:spPr>
          <a:xfrm>
            <a:off x="112575" y="3099687"/>
            <a:ext cx="8832300" cy="13293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US" sz="1600"/>
              <a:t>Even if the network topology is stable, the leader's velocity injects a continuous disturbance. This guarantees a steady-state offset, meaning the drones will always lag behind the target.</a:t>
            </a:r>
            <a:endParaRPr sz="1100">
              <a:latin typeface="Arial"/>
              <a:ea typeface="Arial"/>
              <a:cs typeface="Arial"/>
              <a:sym typeface="Arial"/>
            </a:endParaRPr>
          </a:p>
          <a:p>
            <a:pPr marL="0" lvl="0" indent="0" algn="l" rtl="0">
              <a:spcBef>
                <a:spcPts val="0"/>
              </a:spcBef>
              <a:spcAft>
                <a:spcPts val="0"/>
              </a:spcAft>
              <a:buNone/>
            </a:pPr>
            <a:endParaRPr sz="1100">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34"/>
        <p:cNvGrpSpPr/>
        <p:nvPr/>
      </p:nvGrpSpPr>
      <p:grpSpPr>
        <a:xfrm>
          <a:off x="0" y="0"/>
          <a:ext cx="0" cy="0"/>
          <a:chOff x="0" y="0"/>
          <a:chExt cx="0" cy="0"/>
        </a:xfrm>
      </p:grpSpPr>
      <p:sp>
        <p:nvSpPr>
          <p:cNvPr id="135" name="Google Shape;135;g3d9a759da9a_0_0"/>
          <p:cNvSpPr txBox="1">
            <a:spLocks noGrp="1"/>
          </p:cNvSpPr>
          <p:nvPr>
            <p:ph type="title"/>
          </p:nvPr>
        </p:nvSpPr>
        <p:spPr>
          <a:xfrm>
            <a:off x="0" y="19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US"/>
              <a:t>Objective Function: Baseline</a:t>
            </a:r>
            <a:endParaRPr/>
          </a:p>
        </p:txBody>
      </p:sp>
      <p:sp>
        <p:nvSpPr>
          <p:cNvPr id="136" name="Google Shape;136;g3d9a759da9a_0_0"/>
          <p:cNvSpPr txBox="1">
            <a:spLocks noGrp="1"/>
          </p:cNvSpPr>
          <p:nvPr>
            <p:ph type="body" idx="1"/>
          </p:nvPr>
        </p:nvSpPr>
        <p:spPr>
          <a:xfrm>
            <a:off x="112575" y="1084050"/>
            <a:ext cx="8832300" cy="13293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US" sz="1600" b="1"/>
              <a:t>Baseline Control Law:</a:t>
            </a:r>
            <a:r>
              <a:rPr lang="en-US" sz="1600"/>
              <a:t> The controller relies on a common correction gain (</a:t>
            </a:r>
            <a:r>
              <a:rPr lang="en-US" sz="1600" i="1"/>
              <a:t>k = 1.5</a:t>
            </a:r>
            <a:r>
              <a:rPr lang="en-US" sz="1600"/>
              <a:t>) to penalize disagreement with neighbors and pull pinned drones toward the USV:</a:t>
            </a:r>
            <a:endParaRPr sz="1100">
              <a:latin typeface="Arial"/>
              <a:ea typeface="Arial"/>
              <a:cs typeface="Arial"/>
              <a:sym typeface="Arial"/>
            </a:endParaRPr>
          </a:p>
          <a:p>
            <a:pPr marL="0" lvl="0" indent="0" algn="l" rtl="0">
              <a:spcBef>
                <a:spcPts val="0"/>
              </a:spcBef>
              <a:spcAft>
                <a:spcPts val="0"/>
              </a:spcAft>
              <a:buNone/>
            </a:pPr>
            <a:endParaRPr sz="1100">
              <a:latin typeface="Arial"/>
              <a:ea typeface="Arial"/>
              <a:cs typeface="Arial"/>
              <a:sym typeface="Arial"/>
            </a:endParaRPr>
          </a:p>
          <a:p>
            <a:pPr marL="0" lvl="0" indent="0" algn="l" rtl="0">
              <a:spcBef>
                <a:spcPts val="0"/>
              </a:spcBef>
              <a:spcAft>
                <a:spcPts val="0"/>
              </a:spcAft>
              <a:buNone/>
            </a:pPr>
            <a:endParaRPr sz="1100">
              <a:latin typeface="Arial"/>
              <a:ea typeface="Arial"/>
              <a:cs typeface="Arial"/>
              <a:sym typeface="Arial"/>
            </a:endParaRPr>
          </a:p>
        </p:txBody>
      </p:sp>
      <p:pic>
        <p:nvPicPr>
          <p:cNvPr id="138" name="Google Shape;138;g3d9a759da9a_0_0" title="Screenshot 2026-04-25 at 4.09.29 PM.png"/>
          <p:cNvPicPr preferRelativeResize="0"/>
          <p:nvPr/>
        </p:nvPicPr>
        <p:blipFill rotWithShape="1">
          <a:blip r:embed="rId3">
            <a:alphaModFix/>
          </a:blip>
          <a:srcRect t="6690"/>
          <a:stretch/>
        </p:blipFill>
        <p:spPr>
          <a:xfrm>
            <a:off x="1307550" y="1736975"/>
            <a:ext cx="4494050" cy="676375"/>
          </a:xfrm>
          <a:prstGeom prst="rect">
            <a:avLst/>
          </a:prstGeom>
          <a:noFill/>
          <a:ln>
            <a:noFill/>
          </a:ln>
        </p:spPr>
      </p:pic>
      <p:pic>
        <p:nvPicPr>
          <p:cNvPr id="139" name="Google Shape;139;g3d9a759da9a_0_0" title="Screenshot 2026-04-25 at 4.09.50 PM.png"/>
          <p:cNvPicPr preferRelativeResize="0"/>
          <p:nvPr/>
        </p:nvPicPr>
        <p:blipFill rotWithShape="1">
          <a:blip r:embed="rId4">
            <a:alphaModFix/>
          </a:blip>
          <a:srcRect l="5051"/>
          <a:stretch/>
        </p:blipFill>
        <p:spPr>
          <a:xfrm>
            <a:off x="5697450" y="1736975"/>
            <a:ext cx="2277350" cy="479700"/>
          </a:xfrm>
          <a:prstGeom prst="rect">
            <a:avLst/>
          </a:prstGeom>
          <a:noFill/>
          <a:ln>
            <a:noFill/>
          </a:ln>
        </p:spPr>
      </p:pic>
      <p:sp>
        <p:nvSpPr>
          <p:cNvPr id="140" name="Google Shape;140;g3d9a759da9a_0_0"/>
          <p:cNvSpPr txBox="1">
            <a:spLocks noGrp="1"/>
          </p:cNvSpPr>
          <p:nvPr>
            <p:ph type="body" idx="1"/>
          </p:nvPr>
        </p:nvSpPr>
        <p:spPr>
          <a:xfrm>
            <a:off x="112575" y="3099687"/>
            <a:ext cx="8832300" cy="1329300"/>
          </a:xfrm>
          <a:prstGeom prst="rect">
            <a:avLst/>
          </a:prstGeom>
        </p:spPr>
        <p:txBody>
          <a:bodyPr spcFirstLastPara="1" wrap="square" lIns="91425" tIns="91425" rIns="91425" bIns="91425" anchor="t" anchorCtr="0">
            <a:normAutofit fontScale="92500" lnSpcReduction="10000"/>
          </a:bodyPr>
          <a:lstStyle/>
          <a:p>
            <a:pPr marL="0" lvl="0" indent="0" algn="l" rtl="0">
              <a:spcBef>
                <a:spcPts val="0"/>
              </a:spcBef>
              <a:spcAft>
                <a:spcPts val="0"/>
              </a:spcAft>
              <a:buNone/>
            </a:pPr>
            <a:r>
              <a:rPr lang="en-US" sz="1600"/>
              <a:t>The controller achieves 2 goals:</a:t>
            </a:r>
            <a:endParaRPr sz="1600"/>
          </a:p>
          <a:p>
            <a:pPr marL="457200" lvl="0" indent="-330200" algn="l" rtl="0">
              <a:spcBef>
                <a:spcPts val="0"/>
              </a:spcBef>
              <a:spcAft>
                <a:spcPts val="0"/>
              </a:spcAft>
              <a:buSzPts val="1600"/>
              <a:buAutoNum type="arabicPeriod"/>
            </a:pPr>
            <a:r>
              <a:rPr lang="en-US" sz="1600"/>
              <a:t>Getting the UAVs to group together</a:t>
            </a:r>
            <a:endParaRPr sz="1600"/>
          </a:p>
          <a:p>
            <a:pPr marL="457200" lvl="0" indent="-330200" algn="l" rtl="0">
              <a:spcBef>
                <a:spcPts val="0"/>
              </a:spcBef>
              <a:spcAft>
                <a:spcPts val="0"/>
              </a:spcAft>
              <a:buSzPts val="1600"/>
              <a:buAutoNum type="arabicPeriod"/>
            </a:pPr>
            <a:r>
              <a:rPr lang="en-US" sz="1600"/>
              <a:t>For the UAVs that know the USV’s position, tracking the USV</a:t>
            </a:r>
            <a:endParaRPr sz="1600"/>
          </a:p>
          <a:p>
            <a:pPr marL="457200" lvl="0" indent="0" algn="l" rtl="0">
              <a:spcBef>
                <a:spcPts val="0"/>
              </a:spcBef>
              <a:spcAft>
                <a:spcPts val="0"/>
              </a:spcAft>
              <a:buNone/>
            </a:pPr>
            <a:endParaRPr sz="1600"/>
          </a:p>
          <a:p>
            <a:pPr marL="0" lvl="0" indent="0" algn="l" rtl="0">
              <a:spcBef>
                <a:spcPts val="0"/>
              </a:spcBef>
              <a:spcAft>
                <a:spcPts val="0"/>
              </a:spcAft>
              <a:buNone/>
            </a:pPr>
            <a:r>
              <a:rPr lang="en-US" sz="1600"/>
              <a:t>However, since the USV tracking portion only acts on the USV’s current position, it can lead to lag if the USV is moving.</a:t>
            </a:r>
            <a:endParaRPr sz="1600"/>
          </a:p>
          <a:p>
            <a:pPr marL="0" lvl="0" indent="0" algn="l" rtl="0">
              <a:spcBef>
                <a:spcPts val="0"/>
              </a:spcBef>
              <a:spcAft>
                <a:spcPts val="0"/>
              </a:spcAft>
              <a:buNone/>
            </a:pPr>
            <a:endParaRPr sz="1100">
              <a:latin typeface="Arial"/>
              <a:ea typeface="Arial"/>
              <a:cs typeface="Arial"/>
              <a:sym typeface="Arial"/>
            </a:endParaRPr>
          </a:p>
        </p:txBody>
      </p:sp>
      <p:cxnSp>
        <p:nvCxnSpPr>
          <p:cNvPr id="141" name="Google Shape;141;g3d9a759da9a_0_0"/>
          <p:cNvCxnSpPr/>
          <p:nvPr/>
        </p:nvCxnSpPr>
        <p:spPr>
          <a:xfrm>
            <a:off x="2540575" y="2487150"/>
            <a:ext cx="3050400" cy="0"/>
          </a:xfrm>
          <a:prstGeom prst="straightConnector1">
            <a:avLst/>
          </a:prstGeom>
          <a:noFill/>
          <a:ln w="28575" cap="flat" cmpd="sng">
            <a:solidFill>
              <a:srgbClr val="FF0000"/>
            </a:solidFill>
            <a:prstDash val="solid"/>
            <a:round/>
            <a:headEnd type="none" w="med" len="med"/>
            <a:tailEnd type="none" w="med" len="med"/>
          </a:ln>
        </p:spPr>
      </p:cxnSp>
      <p:sp>
        <p:nvSpPr>
          <p:cNvPr id="142" name="Google Shape;142;g3d9a759da9a_0_0"/>
          <p:cNvSpPr txBox="1"/>
          <p:nvPr/>
        </p:nvSpPr>
        <p:spPr>
          <a:xfrm>
            <a:off x="3158425" y="2560950"/>
            <a:ext cx="1814700" cy="3219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US"/>
              <a:t>Intra-UAV distance</a:t>
            </a:r>
            <a:endParaRPr/>
          </a:p>
        </p:txBody>
      </p:sp>
      <p:cxnSp>
        <p:nvCxnSpPr>
          <p:cNvPr id="143" name="Google Shape;143;g3d9a759da9a_0_0"/>
          <p:cNvCxnSpPr/>
          <p:nvPr/>
        </p:nvCxnSpPr>
        <p:spPr>
          <a:xfrm>
            <a:off x="6014100" y="2487150"/>
            <a:ext cx="1892700" cy="0"/>
          </a:xfrm>
          <a:prstGeom prst="straightConnector1">
            <a:avLst/>
          </a:prstGeom>
          <a:noFill/>
          <a:ln w="28575" cap="flat" cmpd="sng">
            <a:solidFill>
              <a:srgbClr val="6AA84F"/>
            </a:solidFill>
            <a:prstDash val="solid"/>
            <a:round/>
            <a:headEnd type="none" w="med" len="med"/>
            <a:tailEnd type="none" w="med" len="med"/>
          </a:ln>
        </p:spPr>
      </p:cxnSp>
      <p:sp>
        <p:nvSpPr>
          <p:cNvPr id="144" name="Google Shape;144;g3d9a759da9a_0_0"/>
          <p:cNvSpPr txBox="1"/>
          <p:nvPr/>
        </p:nvSpPr>
        <p:spPr>
          <a:xfrm>
            <a:off x="6053100" y="2630200"/>
            <a:ext cx="1814700" cy="2526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US"/>
              <a:t>USV tracking</a:t>
            </a:r>
            <a:endParaRPr/>
          </a:p>
        </p:txBody>
      </p:sp>
      <p:sp>
        <p:nvSpPr>
          <p:cNvPr id="2" name="Google Shape;90;p5">
            <a:extLst>
              <a:ext uri="{FF2B5EF4-FFF2-40B4-BE49-F238E27FC236}">
                <a16:creationId xmlns:a16="http://schemas.microsoft.com/office/drawing/2014/main" id="{42F10278-7681-93D4-8325-5442DF6BC7E6}"/>
              </a:ext>
            </a:extLst>
          </p:cNvPr>
          <p:cNvSpPr txBox="1">
            <a:spLocks noGrp="1"/>
          </p:cNvSpPr>
          <p:nvPr>
            <p:ph type="sldNum" idx="12"/>
          </p:nvPr>
        </p:nvSpPr>
        <p:spPr>
          <a:xfrm>
            <a:off x="8287407" y="4717061"/>
            <a:ext cx="842548" cy="393600"/>
          </a:xfrm>
          <a:prstGeom prst="rect">
            <a:avLst/>
          </a:prstGeom>
          <a:noFill/>
          <a:ln>
            <a:noFill/>
          </a:ln>
        </p:spPr>
        <p:txBody>
          <a:bodyPr spcFirstLastPara="1" wrap="square" lIns="91425" tIns="91425" rIns="91425" bIns="91425" anchor="ctr" anchorCtr="0">
            <a:normAutofit fontScale="92500" lnSpcReduction="20000"/>
          </a:bodyPr>
          <a:lstStyle/>
          <a:p>
            <a:pPr marL="0" lvl="0" indent="0" algn="r" rtl="0">
              <a:lnSpc>
                <a:spcPct val="100000"/>
              </a:lnSpc>
              <a:spcBef>
                <a:spcPts val="0"/>
              </a:spcBef>
              <a:spcAft>
                <a:spcPts val="0"/>
              </a:spcAft>
              <a:buClr>
                <a:schemeClr val="lt1"/>
              </a:buClr>
              <a:buSzPct val="100000"/>
              <a:buFont typeface="Calibri"/>
              <a:buNone/>
            </a:pPr>
            <a:fld id="{00000000-1234-1234-1234-123412341234}" type="slidenum">
              <a:rPr lang="en-US"/>
              <a:t>8</a:t>
            </a:fld>
            <a:endParaRPr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0">
  <p:cSld>
    <p:spTree>
      <p:nvGrpSpPr>
        <p:cNvPr id="1" name="Shape 148"/>
        <p:cNvGrpSpPr/>
        <p:nvPr/>
      </p:nvGrpSpPr>
      <p:grpSpPr>
        <a:xfrm>
          <a:off x="0" y="0"/>
          <a:ext cx="0" cy="0"/>
          <a:chOff x="0" y="0"/>
          <a:chExt cx="0" cy="0"/>
        </a:xfrm>
      </p:grpSpPr>
      <p:sp>
        <p:nvSpPr>
          <p:cNvPr id="149" name="Google Shape;149;g3e64f7a63fc_0_41"/>
          <p:cNvSpPr txBox="1">
            <a:spLocks noGrp="1"/>
          </p:cNvSpPr>
          <p:nvPr>
            <p:ph type="title"/>
          </p:nvPr>
        </p:nvSpPr>
        <p:spPr>
          <a:xfrm>
            <a:off x="0" y="19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US"/>
              <a:t>Objective Function: Feedforward Compensation</a:t>
            </a:r>
            <a:endParaRPr/>
          </a:p>
        </p:txBody>
      </p:sp>
      <p:sp>
        <p:nvSpPr>
          <p:cNvPr id="150" name="Google Shape;150;g3e64f7a63fc_0_41"/>
          <p:cNvSpPr txBox="1">
            <a:spLocks noGrp="1"/>
          </p:cNvSpPr>
          <p:nvPr>
            <p:ph type="body" idx="1"/>
          </p:nvPr>
        </p:nvSpPr>
        <p:spPr>
          <a:xfrm>
            <a:off x="0" y="722808"/>
            <a:ext cx="8832300" cy="11823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Clr>
                <a:schemeClr val="dk1"/>
              </a:buClr>
              <a:buSzPts val="1100"/>
              <a:buFont typeface="Arial"/>
              <a:buNone/>
            </a:pPr>
            <a:r>
              <a:rPr lang="en-US" sz="1600"/>
              <a:t>To cancel the common-mode motion of the USV, the implemented controller augments every agent with the exact leader velocity</a:t>
            </a:r>
            <a:endParaRPr sz="1600"/>
          </a:p>
          <a:p>
            <a:pPr marL="0" lvl="0" indent="0" algn="l" rtl="0">
              <a:spcBef>
                <a:spcPts val="0"/>
              </a:spcBef>
              <a:spcAft>
                <a:spcPts val="0"/>
              </a:spcAft>
              <a:buNone/>
            </a:pPr>
            <a:endParaRPr sz="1600"/>
          </a:p>
        </p:txBody>
      </p:sp>
      <p:sp>
        <p:nvSpPr>
          <p:cNvPr id="151" name="Google Shape;151;g3e64f7a63fc_0_41"/>
          <p:cNvSpPr txBox="1">
            <a:spLocks noGrp="1"/>
          </p:cNvSpPr>
          <p:nvPr>
            <p:ph type="sldNum" idx="12"/>
          </p:nvPr>
        </p:nvSpPr>
        <p:spPr>
          <a:xfrm>
            <a:off x="8287407" y="4717061"/>
            <a:ext cx="842400" cy="393600"/>
          </a:xfrm>
          <a:prstGeom prst="rect">
            <a:avLst/>
          </a:prstGeom>
        </p:spPr>
        <p:txBody>
          <a:bodyPr spcFirstLastPara="1" wrap="square" lIns="91425" tIns="91425" rIns="91425" bIns="91425" anchor="ctr" anchorCtr="0">
            <a:normAutofit fontScale="92500" lnSpcReduction="20000"/>
          </a:bodyPr>
          <a:lstStyle/>
          <a:p>
            <a:pPr marL="0" lvl="0" indent="0" algn="r" rtl="0">
              <a:spcBef>
                <a:spcPts val="0"/>
              </a:spcBef>
              <a:spcAft>
                <a:spcPts val="0"/>
              </a:spcAft>
              <a:buClr>
                <a:schemeClr val="lt1"/>
              </a:buClr>
              <a:buSzPct val="128571"/>
              <a:buFont typeface="Calibri"/>
              <a:buNone/>
            </a:pPr>
            <a:fld id="{00000000-1234-1234-1234-123412341234}" type="slidenum">
              <a:rPr lang="en-US"/>
              <a:t>9</a:t>
            </a:fld>
            <a:r>
              <a:rPr lang="en-US"/>
              <a:t>/23</a:t>
            </a:r>
            <a:endParaRPr sz="1400">
              <a:solidFill>
                <a:srgbClr val="000000"/>
              </a:solidFill>
              <a:latin typeface="Arial"/>
              <a:ea typeface="Arial"/>
              <a:cs typeface="Arial"/>
              <a:sym typeface="Arial"/>
            </a:endParaRPr>
          </a:p>
        </p:txBody>
      </p:sp>
      <p:pic>
        <p:nvPicPr>
          <p:cNvPr id="152" name="Google Shape;152;g3e64f7a63fc_0_41" title="Screenshot 2026-04-25 at 4.15.18 PM.png"/>
          <p:cNvPicPr preferRelativeResize="0"/>
          <p:nvPr/>
        </p:nvPicPr>
        <p:blipFill>
          <a:blip r:embed="rId3">
            <a:alphaModFix/>
          </a:blip>
          <a:stretch>
            <a:fillRect/>
          </a:stretch>
        </p:blipFill>
        <p:spPr>
          <a:xfrm>
            <a:off x="826075" y="1265899"/>
            <a:ext cx="4533900" cy="639200"/>
          </a:xfrm>
          <a:prstGeom prst="rect">
            <a:avLst/>
          </a:prstGeom>
          <a:noFill/>
          <a:ln>
            <a:noFill/>
          </a:ln>
        </p:spPr>
      </p:pic>
      <p:pic>
        <p:nvPicPr>
          <p:cNvPr id="153" name="Google Shape;153;g3e64f7a63fc_0_41" title="Screenshot 2026-04-25 at 4.16.36 PM.png"/>
          <p:cNvPicPr preferRelativeResize="0"/>
          <p:nvPr/>
        </p:nvPicPr>
        <p:blipFill rotWithShape="1">
          <a:blip r:embed="rId4">
            <a:alphaModFix/>
          </a:blip>
          <a:srcRect l="4021"/>
          <a:stretch/>
        </p:blipFill>
        <p:spPr>
          <a:xfrm>
            <a:off x="5316675" y="1265900"/>
            <a:ext cx="2060850" cy="487625"/>
          </a:xfrm>
          <a:prstGeom prst="rect">
            <a:avLst/>
          </a:prstGeom>
          <a:noFill/>
          <a:ln>
            <a:noFill/>
          </a:ln>
        </p:spPr>
      </p:pic>
      <p:sp>
        <p:nvSpPr>
          <p:cNvPr id="154" name="Google Shape;154;g3e64f7a63fc_0_41"/>
          <p:cNvSpPr txBox="1">
            <a:spLocks noGrp="1"/>
          </p:cNvSpPr>
          <p:nvPr>
            <p:ph type="body" idx="1"/>
          </p:nvPr>
        </p:nvSpPr>
        <p:spPr>
          <a:xfrm>
            <a:off x="0" y="1980608"/>
            <a:ext cx="8832300" cy="11823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Clr>
                <a:schemeClr val="dk1"/>
              </a:buClr>
              <a:buSzPts val="1100"/>
              <a:buFont typeface="Arial"/>
              <a:buNone/>
            </a:pPr>
            <a:r>
              <a:rPr lang="en-US" sz="1600"/>
              <a:t>In the corresponding error coordinates, the moving-reference term cancels exactly and the closed-loop dynamics become</a:t>
            </a:r>
            <a:endParaRPr sz="1600"/>
          </a:p>
          <a:p>
            <a:pPr marL="0" lvl="0" indent="0" algn="l" rtl="0">
              <a:spcBef>
                <a:spcPts val="0"/>
              </a:spcBef>
              <a:spcAft>
                <a:spcPts val="0"/>
              </a:spcAft>
              <a:buNone/>
            </a:pPr>
            <a:endParaRPr sz="1600"/>
          </a:p>
          <a:p>
            <a:pPr marL="0" lvl="0" indent="0" algn="l" rtl="0">
              <a:spcBef>
                <a:spcPts val="0"/>
              </a:spcBef>
              <a:spcAft>
                <a:spcPts val="0"/>
              </a:spcAft>
              <a:buNone/>
            </a:pPr>
            <a:endParaRPr sz="1600"/>
          </a:p>
        </p:txBody>
      </p:sp>
      <p:pic>
        <p:nvPicPr>
          <p:cNvPr id="155" name="Google Shape;155;g3e64f7a63fc_0_41" title="Screenshot 2026-04-25 at 4.18.09 PM.png"/>
          <p:cNvPicPr preferRelativeResize="0"/>
          <p:nvPr/>
        </p:nvPicPr>
        <p:blipFill>
          <a:blip r:embed="rId5">
            <a:alphaModFix/>
          </a:blip>
          <a:stretch>
            <a:fillRect/>
          </a:stretch>
        </p:blipFill>
        <p:spPr>
          <a:xfrm>
            <a:off x="2904800" y="2571751"/>
            <a:ext cx="2508909" cy="487625"/>
          </a:xfrm>
          <a:prstGeom prst="rect">
            <a:avLst/>
          </a:prstGeom>
          <a:noFill/>
          <a:ln>
            <a:noFill/>
          </a:ln>
        </p:spPr>
      </p:pic>
      <p:sp>
        <p:nvSpPr>
          <p:cNvPr id="156" name="Google Shape;156;g3e64f7a63fc_0_41"/>
          <p:cNvSpPr txBox="1">
            <a:spLocks noGrp="1"/>
          </p:cNvSpPr>
          <p:nvPr>
            <p:ph type="body" idx="1"/>
          </p:nvPr>
        </p:nvSpPr>
        <p:spPr>
          <a:xfrm>
            <a:off x="48475" y="3167600"/>
            <a:ext cx="8964600" cy="1391700"/>
          </a:xfrm>
          <a:prstGeom prst="rect">
            <a:avLst/>
          </a:prstGeom>
        </p:spPr>
        <p:txBody>
          <a:bodyPr spcFirstLastPara="1" wrap="square" lIns="91425" tIns="91425" rIns="91425" bIns="91425" anchor="t" anchorCtr="0">
            <a:normAutofit lnSpcReduction="10000"/>
          </a:bodyPr>
          <a:lstStyle/>
          <a:p>
            <a:pPr marL="0" lvl="0" indent="0" algn="l" rtl="0">
              <a:spcBef>
                <a:spcPts val="0"/>
              </a:spcBef>
              <a:spcAft>
                <a:spcPts val="0"/>
              </a:spcAft>
              <a:buNone/>
            </a:pPr>
            <a:r>
              <a:rPr lang="en-US" sz="1600"/>
              <a:t>The correction term still depends only on local relative-state information plus pinning. The exact analytic leader velocity is injected directly as a shared feedforward input to all drones, while the leader position enters only through the pinning term for drones with</a:t>
            </a:r>
            <a:r>
              <a:rPr lang="en-US" sz="1600" i="1"/>
              <a:t> Gi = 1</a:t>
            </a:r>
            <a:endParaRPr sz="1100" i="1">
              <a:latin typeface="Arial"/>
              <a:ea typeface="Arial"/>
              <a:cs typeface="Arial"/>
              <a:sym typeface="Arial"/>
            </a:endParaRPr>
          </a:p>
          <a:p>
            <a:pPr marL="0" lvl="0" indent="0" algn="l" rtl="0">
              <a:spcBef>
                <a:spcPts val="0"/>
              </a:spcBef>
              <a:spcAft>
                <a:spcPts val="0"/>
              </a:spcAft>
              <a:buClr>
                <a:schemeClr val="dk1"/>
              </a:buClr>
              <a:buSzPts val="1100"/>
              <a:buFont typeface="Arial"/>
              <a:buNone/>
            </a:pPr>
            <a:endParaRPr sz="1100">
              <a:latin typeface="Arial"/>
              <a:ea typeface="Arial"/>
              <a:cs typeface="Arial"/>
              <a:sym typeface="Arial"/>
            </a:endParaRPr>
          </a:p>
          <a:p>
            <a:pPr marL="0" lvl="0" indent="0" algn="l" rtl="0">
              <a:spcBef>
                <a:spcPts val="0"/>
              </a:spcBef>
              <a:spcAft>
                <a:spcPts val="0"/>
              </a:spcAft>
              <a:buNone/>
            </a:pPr>
            <a:endParaRPr sz="1100">
              <a:latin typeface="Arial"/>
              <a:ea typeface="Arial"/>
              <a:cs typeface="Arial"/>
              <a:sym typeface="Arial"/>
            </a:endParaRPr>
          </a:p>
          <a:p>
            <a:pPr marL="0" lvl="0" indent="0" algn="l" rtl="0">
              <a:spcBef>
                <a:spcPts val="0"/>
              </a:spcBef>
              <a:spcAft>
                <a:spcPts val="0"/>
              </a:spcAft>
              <a:buNone/>
            </a:pPr>
            <a:r>
              <a:rPr lang="en-US" sz="1300" b="1" i="1">
                <a:latin typeface="Arial"/>
                <a:ea typeface="Arial"/>
                <a:cs typeface="Arial"/>
                <a:sym typeface="Arial"/>
                <a:extLst>
                  <a: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textRoundtripDataId="0"/>
                  </a:ext>
                </a:extLst>
              </a:rPr>
              <a:t>Assumption: Exact leader velocity is available and known to all drones</a:t>
            </a:r>
            <a:r>
              <a:rPr lang="en-US" sz="1300" b="1" i="1">
                <a:latin typeface="Arial"/>
                <a:ea typeface="Arial"/>
                <a:cs typeface="Arial"/>
                <a:sym typeface="Arial"/>
              </a:rPr>
              <a:t>, however position is only known to some drones</a:t>
            </a:r>
            <a:endParaRPr sz="1300" b="1" i="1">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60"/>
        <p:cNvGrpSpPr/>
        <p:nvPr/>
      </p:nvGrpSpPr>
      <p:grpSpPr>
        <a:xfrm>
          <a:off x="0" y="0"/>
          <a:ext cx="0" cy="0"/>
          <a:chOff x="0" y="0"/>
          <a:chExt cx="0" cy="0"/>
        </a:xfrm>
      </p:grpSpPr>
      <p:sp>
        <p:nvSpPr>
          <p:cNvPr id="161" name="Google Shape;161;g3d9a759da9a_0_11"/>
          <p:cNvSpPr txBox="1">
            <a:spLocks noGrp="1"/>
          </p:cNvSpPr>
          <p:nvPr>
            <p:ph type="title"/>
          </p:nvPr>
        </p:nvSpPr>
        <p:spPr>
          <a:xfrm>
            <a:off x="0" y="19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US"/>
              <a:t>Objective Function: Feedforward Compensation</a:t>
            </a:r>
            <a:endParaRPr/>
          </a:p>
        </p:txBody>
      </p:sp>
      <p:sp>
        <p:nvSpPr>
          <p:cNvPr id="162" name="Google Shape;162;g3d9a759da9a_0_11"/>
          <p:cNvSpPr txBox="1">
            <a:spLocks noGrp="1"/>
          </p:cNvSpPr>
          <p:nvPr>
            <p:ph type="body" idx="1"/>
          </p:nvPr>
        </p:nvSpPr>
        <p:spPr>
          <a:xfrm>
            <a:off x="0" y="1065420"/>
            <a:ext cx="8832300" cy="11823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Clr>
                <a:schemeClr val="dk1"/>
              </a:buClr>
              <a:buSzPts val="1100"/>
              <a:buFont typeface="Arial"/>
              <a:buNone/>
            </a:pPr>
            <a:r>
              <a:rPr lang="en-US" sz="1600"/>
              <a:t>To cancel the common-mode motion of the USV, the implemented controller augments every agent with the exact leader velocity</a:t>
            </a:r>
            <a:endParaRPr sz="1600"/>
          </a:p>
          <a:p>
            <a:pPr marL="0" lvl="0" indent="0" algn="l" rtl="0">
              <a:spcBef>
                <a:spcPts val="0"/>
              </a:spcBef>
              <a:spcAft>
                <a:spcPts val="0"/>
              </a:spcAft>
              <a:buNone/>
            </a:pPr>
            <a:endParaRPr sz="1600"/>
          </a:p>
        </p:txBody>
      </p:sp>
      <p:pic>
        <p:nvPicPr>
          <p:cNvPr id="164" name="Google Shape;164;g3d9a759da9a_0_11" title="Screenshot 2026-04-25 at 4.15.18 PM.png"/>
          <p:cNvPicPr preferRelativeResize="0"/>
          <p:nvPr/>
        </p:nvPicPr>
        <p:blipFill>
          <a:blip r:embed="rId3">
            <a:alphaModFix/>
          </a:blip>
          <a:stretch>
            <a:fillRect/>
          </a:stretch>
        </p:blipFill>
        <p:spPr>
          <a:xfrm>
            <a:off x="826075" y="2037611"/>
            <a:ext cx="4533900" cy="639200"/>
          </a:xfrm>
          <a:prstGeom prst="rect">
            <a:avLst/>
          </a:prstGeom>
          <a:noFill/>
          <a:ln>
            <a:noFill/>
          </a:ln>
        </p:spPr>
      </p:pic>
      <p:pic>
        <p:nvPicPr>
          <p:cNvPr id="165" name="Google Shape;165;g3d9a759da9a_0_11" title="Screenshot 2026-04-25 at 4.16.36 PM.png"/>
          <p:cNvPicPr preferRelativeResize="0"/>
          <p:nvPr/>
        </p:nvPicPr>
        <p:blipFill rotWithShape="1">
          <a:blip r:embed="rId4">
            <a:alphaModFix/>
          </a:blip>
          <a:srcRect l="4021"/>
          <a:stretch/>
        </p:blipFill>
        <p:spPr>
          <a:xfrm>
            <a:off x="5316675" y="2037613"/>
            <a:ext cx="2060850" cy="487625"/>
          </a:xfrm>
          <a:prstGeom prst="rect">
            <a:avLst/>
          </a:prstGeom>
          <a:noFill/>
          <a:ln>
            <a:noFill/>
          </a:ln>
        </p:spPr>
      </p:pic>
      <p:sp>
        <p:nvSpPr>
          <p:cNvPr id="166" name="Google Shape;166;g3d9a759da9a_0_11"/>
          <p:cNvSpPr txBox="1">
            <a:spLocks noGrp="1"/>
          </p:cNvSpPr>
          <p:nvPr>
            <p:ph type="body" idx="1"/>
          </p:nvPr>
        </p:nvSpPr>
        <p:spPr>
          <a:xfrm>
            <a:off x="48475" y="3167600"/>
            <a:ext cx="8964600" cy="1391700"/>
          </a:xfrm>
          <a:prstGeom prst="rect">
            <a:avLst/>
          </a:prstGeom>
        </p:spPr>
        <p:txBody>
          <a:bodyPr spcFirstLastPara="1" wrap="square" lIns="91425" tIns="91425" rIns="91425" bIns="91425" anchor="t" anchorCtr="0">
            <a:normAutofit lnSpcReduction="10000"/>
          </a:bodyPr>
          <a:lstStyle/>
          <a:p>
            <a:pPr marL="0" lvl="0" indent="0" algn="l" rtl="0">
              <a:spcBef>
                <a:spcPts val="0"/>
              </a:spcBef>
              <a:spcAft>
                <a:spcPts val="0"/>
              </a:spcAft>
              <a:buNone/>
            </a:pPr>
            <a:r>
              <a:rPr lang="en-US" sz="1600"/>
              <a:t>The correction term still depends only on local relative-state information plus pinning. The exact analytic leader velocity is injected directly as a shared feedforward input to all drones, while the leader position enters only through the pinning term for drones with</a:t>
            </a:r>
            <a:r>
              <a:rPr lang="en-US" sz="1600" i="1"/>
              <a:t> Gi = 1</a:t>
            </a:r>
            <a:endParaRPr sz="1100" i="1">
              <a:latin typeface="Arial"/>
              <a:ea typeface="Arial"/>
              <a:cs typeface="Arial"/>
              <a:sym typeface="Arial"/>
            </a:endParaRPr>
          </a:p>
          <a:p>
            <a:pPr marL="0" lvl="0" indent="0" algn="l" rtl="0">
              <a:spcBef>
                <a:spcPts val="0"/>
              </a:spcBef>
              <a:spcAft>
                <a:spcPts val="0"/>
              </a:spcAft>
              <a:buClr>
                <a:schemeClr val="dk1"/>
              </a:buClr>
              <a:buSzPts val="1100"/>
              <a:buFont typeface="Arial"/>
              <a:buNone/>
            </a:pPr>
            <a:endParaRPr sz="1100">
              <a:latin typeface="Arial"/>
              <a:ea typeface="Arial"/>
              <a:cs typeface="Arial"/>
              <a:sym typeface="Arial"/>
            </a:endParaRPr>
          </a:p>
          <a:p>
            <a:pPr marL="0" lvl="0" indent="0" algn="l" rtl="0">
              <a:spcBef>
                <a:spcPts val="0"/>
              </a:spcBef>
              <a:spcAft>
                <a:spcPts val="0"/>
              </a:spcAft>
              <a:buNone/>
            </a:pPr>
            <a:endParaRPr sz="1100">
              <a:latin typeface="Arial"/>
              <a:ea typeface="Arial"/>
              <a:cs typeface="Arial"/>
              <a:sym typeface="Arial"/>
            </a:endParaRPr>
          </a:p>
          <a:p>
            <a:pPr marL="0" lvl="0" indent="0" algn="l" rtl="0">
              <a:spcBef>
                <a:spcPts val="0"/>
              </a:spcBef>
              <a:spcAft>
                <a:spcPts val="0"/>
              </a:spcAft>
              <a:buNone/>
            </a:pPr>
            <a:r>
              <a:rPr lang="en-US" sz="1300" b="1" i="1">
                <a:latin typeface="Arial"/>
                <a:ea typeface="Arial"/>
                <a:cs typeface="Arial"/>
                <a:sym typeface="Arial"/>
                <a:extLst>
                  <a: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textRoundtripDataId="1"/>
                  </a:ext>
                </a:extLst>
              </a:rPr>
              <a:t>Assumption: Exact leader velocity is available and known to all drones</a:t>
            </a:r>
            <a:r>
              <a:rPr lang="en-US" sz="1300" b="1" i="1">
                <a:latin typeface="Arial"/>
                <a:ea typeface="Arial"/>
                <a:cs typeface="Arial"/>
                <a:sym typeface="Arial"/>
              </a:rPr>
              <a:t>, however position is only known to some drones</a:t>
            </a:r>
            <a:endParaRPr sz="1300" b="1" i="1">
              <a:latin typeface="Arial"/>
              <a:ea typeface="Arial"/>
              <a:cs typeface="Arial"/>
              <a:sym typeface="Arial"/>
            </a:endParaRPr>
          </a:p>
        </p:txBody>
      </p:sp>
      <p:cxnSp>
        <p:nvCxnSpPr>
          <p:cNvPr id="167" name="Google Shape;167;g3d9a759da9a_0_11"/>
          <p:cNvCxnSpPr/>
          <p:nvPr/>
        </p:nvCxnSpPr>
        <p:spPr>
          <a:xfrm>
            <a:off x="2540575" y="2720945"/>
            <a:ext cx="2727600" cy="0"/>
          </a:xfrm>
          <a:prstGeom prst="straightConnector1">
            <a:avLst/>
          </a:prstGeom>
          <a:noFill/>
          <a:ln w="28575" cap="flat" cmpd="sng">
            <a:solidFill>
              <a:srgbClr val="FF0000"/>
            </a:solidFill>
            <a:prstDash val="solid"/>
            <a:round/>
            <a:headEnd type="none" w="med" len="med"/>
            <a:tailEnd type="none" w="med" len="med"/>
          </a:ln>
        </p:spPr>
      </p:cxnSp>
      <p:sp>
        <p:nvSpPr>
          <p:cNvPr id="168" name="Google Shape;168;g3d9a759da9a_0_11"/>
          <p:cNvSpPr txBox="1"/>
          <p:nvPr/>
        </p:nvSpPr>
        <p:spPr>
          <a:xfrm>
            <a:off x="3158425" y="2794745"/>
            <a:ext cx="1814700" cy="3219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US"/>
              <a:t>Intra-UAV distance</a:t>
            </a:r>
            <a:endParaRPr/>
          </a:p>
        </p:txBody>
      </p:sp>
      <p:cxnSp>
        <p:nvCxnSpPr>
          <p:cNvPr id="169" name="Google Shape;169;g3d9a759da9a_0_11"/>
          <p:cNvCxnSpPr/>
          <p:nvPr/>
        </p:nvCxnSpPr>
        <p:spPr>
          <a:xfrm>
            <a:off x="5591025" y="2720945"/>
            <a:ext cx="1892700" cy="0"/>
          </a:xfrm>
          <a:prstGeom prst="straightConnector1">
            <a:avLst/>
          </a:prstGeom>
          <a:noFill/>
          <a:ln w="28575" cap="flat" cmpd="sng">
            <a:solidFill>
              <a:srgbClr val="6AA84F"/>
            </a:solidFill>
            <a:prstDash val="solid"/>
            <a:round/>
            <a:headEnd type="none" w="med" len="med"/>
            <a:tailEnd type="none" w="med" len="med"/>
          </a:ln>
        </p:spPr>
      </p:cxnSp>
      <p:sp>
        <p:nvSpPr>
          <p:cNvPr id="170" name="Google Shape;170;g3d9a759da9a_0_11"/>
          <p:cNvSpPr txBox="1"/>
          <p:nvPr/>
        </p:nvSpPr>
        <p:spPr>
          <a:xfrm>
            <a:off x="5630025" y="2817970"/>
            <a:ext cx="1814700" cy="2526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US"/>
              <a:t>USV tracking</a:t>
            </a:r>
            <a:endParaRPr/>
          </a:p>
        </p:txBody>
      </p:sp>
      <p:cxnSp>
        <p:nvCxnSpPr>
          <p:cNvPr id="171" name="Google Shape;171;g3d9a759da9a_0_11"/>
          <p:cNvCxnSpPr/>
          <p:nvPr/>
        </p:nvCxnSpPr>
        <p:spPr>
          <a:xfrm>
            <a:off x="1549725" y="2756100"/>
            <a:ext cx="717900" cy="0"/>
          </a:xfrm>
          <a:prstGeom prst="straightConnector1">
            <a:avLst/>
          </a:prstGeom>
          <a:noFill/>
          <a:ln w="28575" cap="flat" cmpd="sng">
            <a:solidFill>
              <a:srgbClr val="0000FF"/>
            </a:solidFill>
            <a:prstDash val="solid"/>
            <a:round/>
            <a:headEnd type="none" w="med" len="med"/>
            <a:tailEnd type="none" w="med" len="med"/>
          </a:ln>
        </p:spPr>
      </p:cxnSp>
      <p:sp>
        <p:nvSpPr>
          <p:cNvPr id="172" name="Google Shape;172;g3d9a759da9a_0_11"/>
          <p:cNvSpPr txBox="1"/>
          <p:nvPr/>
        </p:nvSpPr>
        <p:spPr>
          <a:xfrm>
            <a:off x="826075" y="2835545"/>
            <a:ext cx="1814700" cy="2526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US"/>
              <a:t>Feedforward</a:t>
            </a:r>
            <a:endParaRPr/>
          </a:p>
        </p:txBody>
      </p:sp>
      <p:sp>
        <p:nvSpPr>
          <p:cNvPr id="2" name="Google Shape;90;p5">
            <a:extLst>
              <a:ext uri="{FF2B5EF4-FFF2-40B4-BE49-F238E27FC236}">
                <a16:creationId xmlns:a16="http://schemas.microsoft.com/office/drawing/2014/main" id="{450A4A4A-429E-5FB8-352B-56362FA4C5D2}"/>
              </a:ext>
            </a:extLst>
          </p:cNvPr>
          <p:cNvSpPr txBox="1">
            <a:spLocks noGrp="1"/>
          </p:cNvSpPr>
          <p:nvPr>
            <p:ph type="sldNum" idx="12"/>
          </p:nvPr>
        </p:nvSpPr>
        <p:spPr>
          <a:xfrm>
            <a:off x="8287407" y="4717061"/>
            <a:ext cx="842548" cy="393600"/>
          </a:xfrm>
          <a:prstGeom prst="rect">
            <a:avLst/>
          </a:prstGeom>
          <a:noFill/>
          <a:ln>
            <a:noFill/>
          </a:ln>
        </p:spPr>
        <p:txBody>
          <a:bodyPr spcFirstLastPara="1" wrap="square" lIns="91425" tIns="91425" rIns="91425" bIns="91425" anchor="ctr" anchorCtr="0">
            <a:normAutofit fontScale="92500" lnSpcReduction="20000"/>
          </a:bodyPr>
          <a:lstStyle/>
          <a:p>
            <a:pPr marL="0" lvl="0" indent="0" algn="r" rtl="0">
              <a:lnSpc>
                <a:spcPct val="100000"/>
              </a:lnSpc>
              <a:spcBef>
                <a:spcPts val="0"/>
              </a:spcBef>
              <a:spcAft>
                <a:spcPts val="0"/>
              </a:spcAft>
              <a:buClr>
                <a:schemeClr val="lt1"/>
              </a:buClr>
              <a:buSzPct val="100000"/>
              <a:buFont typeface="Calibri"/>
              <a:buNone/>
            </a:pPr>
            <a:fld id="{00000000-1234-1234-1234-123412341234}" type="slidenum">
              <a:rPr lang="en-US"/>
              <a:t>10</a:t>
            </a:fld>
            <a:endParaRPr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76"/>
        <p:cNvGrpSpPr/>
        <p:nvPr/>
      </p:nvGrpSpPr>
      <p:grpSpPr>
        <a:xfrm>
          <a:off x="0" y="0"/>
          <a:ext cx="0" cy="0"/>
          <a:chOff x="0" y="0"/>
          <a:chExt cx="0" cy="0"/>
        </a:xfrm>
      </p:grpSpPr>
      <p:sp>
        <p:nvSpPr>
          <p:cNvPr id="177" name="Google Shape;177;g3e64f7a63fc_0_58"/>
          <p:cNvSpPr txBox="1">
            <a:spLocks noGrp="1"/>
          </p:cNvSpPr>
          <p:nvPr>
            <p:ph type="title"/>
          </p:nvPr>
        </p:nvSpPr>
        <p:spPr>
          <a:xfrm>
            <a:off x="0" y="19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US"/>
              <a:t>Switching Topology </a:t>
            </a:r>
            <a:endParaRPr/>
          </a:p>
        </p:txBody>
      </p:sp>
      <p:sp>
        <p:nvSpPr>
          <p:cNvPr id="178" name="Google Shape;178;g3e64f7a63fc_0_58"/>
          <p:cNvSpPr txBox="1">
            <a:spLocks noGrp="1"/>
          </p:cNvSpPr>
          <p:nvPr>
            <p:ph type="body" idx="1"/>
          </p:nvPr>
        </p:nvSpPr>
        <p:spPr>
          <a:xfrm>
            <a:off x="0" y="722811"/>
            <a:ext cx="8832300" cy="38460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US" sz="1600"/>
              <a:t>The active graph may change because of packet drops or temporary loss of line-of-sight. </a:t>
            </a:r>
            <a:endParaRPr sz="1600"/>
          </a:p>
          <a:p>
            <a:pPr marL="0" lvl="0" indent="0" algn="l" rtl="0">
              <a:spcBef>
                <a:spcPts val="0"/>
              </a:spcBef>
              <a:spcAft>
                <a:spcPts val="0"/>
              </a:spcAft>
              <a:buNone/>
            </a:pPr>
            <a:endParaRPr sz="1600"/>
          </a:p>
          <a:p>
            <a:pPr marL="0" lvl="0" indent="0" algn="l" rtl="0">
              <a:lnSpc>
                <a:spcPct val="115000"/>
              </a:lnSpc>
              <a:spcBef>
                <a:spcPts val="0"/>
              </a:spcBef>
              <a:spcAft>
                <a:spcPts val="0"/>
              </a:spcAft>
              <a:buNone/>
            </a:pPr>
            <a:r>
              <a:rPr lang="en-US" sz="1600" b="1"/>
              <a:t>The Convergence Condition: </a:t>
            </a:r>
            <a:r>
              <a:rPr lang="en-US" sz="1600"/>
              <a:t>The swarm does not require continuous connectivity. It converges as long as the union of communication graphs over a time window T forms a directed spanning tree rooted at a pinned agent.</a:t>
            </a:r>
            <a:endParaRPr sz="1600"/>
          </a:p>
          <a:p>
            <a:pPr marL="0" lvl="0" indent="0" algn="l" rtl="0">
              <a:lnSpc>
                <a:spcPct val="115000"/>
              </a:lnSpc>
              <a:spcBef>
                <a:spcPts val="0"/>
              </a:spcBef>
              <a:spcAft>
                <a:spcPts val="0"/>
              </a:spcAft>
              <a:buNone/>
            </a:pPr>
            <a:endParaRPr sz="1600"/>
          </a:p>
          <a:p>
            <a:pPr marL="0" lvl="0" indent="0" algn="l" rtl="0">
              <a:lnSpc>
                <a:spcPct val="115000"/>
              </a:lnSpc>
              <a:spcBef>
                <a:spcPts val="0"/>
              </a:spcBef>
              <a:spcAft>
                <a:spcPts val="0"/>
              </a:spcAft>
              <a:buNone/>
            </a:pPr>
            <a:r>
              <a:rPr lang="en-US" sz="1600" b="1"/>
              <a:t>Evaluating Stability: </a:t>
            </a:r>
            <a:r>
              <a:rPr lang="en-US" sz="1600"/>
              <a:t>In this directed setting, the key diagnostic is repeated joint reachability over time.</a:t>
            </a:r>
            <a:endParaRPr sz="1600"/>
          </a:p>
          <a:p>
            <a:pPr marL="0" lvl="0" indent="0" algn="l" rtl="0">
              <a:lnSpc>
                <a:spcPct val="115000"/>
              </a:lnSpc>
              <a:spcBef>
                <a:spcPts val="0"/>
              </a:spcBef>
              <a:spcAft>
                <a:spcPts val="0"/>
              </a:spcAft>
              <a:buNone/>
            </a:pPr>
            <a:endParaRPr sz="1600"/>
          </a:p>
          <a:p>
            <a:pPr marL="0" lvl="0" indent="0" algn="l" rtl="0">
              <a:lnSpc>
                <a:spcPct val="115000"/>
              </a:lnSpc>
              <a:spcBef>
                <a:spcPts val="0"/>
              </a:spcBef>
              <a:spcAft>
                <a:spcPts val="0"/>
              </a:spcAft>
              <a:buNone/>
            </a:pPr>
            <a:r>
              <a:rPr lang="en-US" sz="1600" b="1"/>
              <a:t>Dropout Behavior:</a:t>
            </a:r>
            <a:r>
              <a:rPr lang="en-US" sz="1600"/>
              <a:t> During temporary disconnections, unpinned agents lose relative-state data, while pinned agents maintain direct anchoring to the leader.</a:t>
            </a:r>
            <a:endParaRPr sz="1600"/>
          </a:p>
          <a:p>
            <a:pPr marL="0" lvl="0" indent="0" algn="l" rtl="0">
              <a:lnSpc>
                <a:spcPct val="115000"/>
              </a:lnSpc>
              <a:spcBef>
                <a:spcPts val="0"/>
              </a:spcBef>
              <a:spcAft>
                <a:spcPts val="0"/>
              </a:spcAft>
              <a:buNone/>
            </a:pPr>
            <a:endParaRPr sz="1600"/>
          </a:p>
          <a:p>
            <a:pPr marL="0" lvl="0" indent="0" algn="l" rtl="0">
              <a:lnSpc>
                <a:spcPct val="115000"/>
              </a:lnSpc>
              <a:spcBef>
                <a:spcPts val="0"/>
              </a:spcBef>
              <a:spcAft>
                <a:spcPts val="0"/>
              </a:spcAft>
              <a:buNone/>
            </a:pPr>
            <a:r>
              <a:rPr lang="en-US" sz="1600" b="1"/>
              <a:t>The Resilience Mechanism: </a:t>
            </a:r>
            <a:r>
              <a:rPr lang="en-US" sz="1600"/>
              <a:t>When links recover, leader-position data diffuses back through the network via the pinned agents. If recoveries are frequent enough, the swarm successfully achieves rendezvous.</a:t>
            </a:r>
            <a:endParaRPr sz="1600"/>
          </a:p>
          <a:p>
            <a:pPr marL="0" lvl="0" indent="0" algn="l" rtl="0">
              <a:spcBef>
                <a:spcPts val="0"/>
              </a:spcBef>
              <a:spcAft>
                <a:spcPts val="0"/>
              </a:spcAft>
              <a:buClr>
                <a:schemeClr val="dk1"/>
              </a:buClr>
              <a:buSzPts val="1100"/>
              <a:buFont typeface="Arial"/>
              <a:buNone/>
            </a:pPr>
            <a:endParaRPr sz="1600"/>
          </a:p>
          <a:p>
            <a:pPr marL="0" lvl="0" indent="0" algn="l" rtl="0">
              <a:spcBef>
                <a:spcPts val="0"/>
              </a:spcBef>
              <a:spcAft>
                <a:spcPts val="0"/>
              </a:spcAft>
              <a:buNone/>
            </a:pPr>
            <a:endParaRPr/>
          </a:p>
        </p:txBody>
      </p:sp>
      <p:sp>
        <p:nvSpPr>
          <p:cNvPr id="2" name="Google Shape;90;p5">
            <a:extLst>
              <a:ext uri="{FF2B5EF4-FFF2-40B4-BE49-F238E27FC236}">
                <a16:creationId xmlns:a16="http://schemas.microsoft.com/office/drawing/2014/main" id="{E7E33433-7163-3575-9378-4764150DD121}"/>
              </a:ext>
            </a:extLst>
          </p:cNvPr>
          <p:cNvSpPr txBox="1">
            <a:spLocks noGrp="1"/>
          </p:cNvSpPr>
          <p:nvPr>
            <p:ph type="sldNum" idx="12"/>
          </p:nvPr>
        </p:nvSpPr>
        <p:spPr>
          <a:xfrm>
            <a:off x="8287407" y="4717061"/>
            <a:ext cx="842548" cy="393600"/>
          </a:xfrm>
          <a:prstGeom prst="rect">
            <a:avLst/>
          </a:prstGeom>
          <a:noFill/>
          <a:ln>
            <a:noFill/>
          </a:ln>
        </p:spPr>
        <p:txBody>
          <a:bodyPr spcFirstLastPara="1" wrap="square" lIns="91425" tIns="91425" rIns="91425" bIns="91425" anchor="ctr" anchorCtr="0">
            <a:normAutofit fontScale="92500" lnSpcReduction="20000"/>
          </a:bodyPr>
          <a:lstStyle/>
          <a:p>
            <a:pPr marL="0" lvl="0" indent="0" algn="r" rtl="0">
              <a:lnSpc>
                <a:spcPct val="100000"/>
              </a:lnSpc>
              <a:spcBef>
                <a:spcPts val="0"/>
              </a:spcBef>
              <a:spcAft>
                <a:spcPts val="0"/>
              </a:spcAft>
              <a:buClr>
                <a:schemeClr val="lt1"/>
              </a:buClr>
              <a:buSzPct val="100000"/>
              <a:buFont typeface="Calibri"/>
              <a:buNone/>
            </a:pPr>
            <a:fld id="{00000000-1234-1234-1234-123412341234}" type="slidenum">
              <a:rPr lang="en-US"/>
              <a:t>11</a:t>
            </a:fld>
            <a:endParaRPr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83"/>
        <p:cNvGrpSpPr/>
        <p:nvPr/>
      </p:nvGrpSpPr>
      <p:grpSpPr>
        <a:xfrm>
          <a:off x="0" y="0"/>
          <a:ext cx="0" cy="0"/>
          <a:chOff x="0" y="0"/>
          <a:chExt cx="0" cy="0"/>
        </a:xfrm>
      </p:grpSpPr>
      <p:sp>
        <p:nvSpPr>
          <p:cNvPr id="184" name="Google Shape;184;g3e64f7a63fc_0_64"/>
          <p:cNvSpPr txBox="1">
            <a:spLocks noGrp="1"/>
          </p:cNvSpPr>
          <p:nvPr>
            <p:ph type="title"/>
          </p:nvPr>
        </p:nvSpPr>
        <p:spPr>
          <a:xfrm>
            <a:off x="0" y="10147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US"/>
              <a:t>Results	</a:t>
            </a:r>
            <a:endParaRPr/>
          </a:p>
        </p:txBody>
      </p:sp>
      <p:pic>
        <p:nvPicPr>
          <p:cNvPr id="186" name="Google Shape;186;g3e64f7a63fc_0_64" title="baseline_trajectory.gif"/>
          <p:cNvPicPr preferRelativeResize="0"/>
          <p:nvPr/>
        </p:nvPicPr>
        <p:blipFill>
          <a:blip r:embed="rId3">
            <a:alphaModFix/>
          </a:blip>
          <a:stretch>
            <a:fillRect/>
          </a:stretch>
        </p:blipFill>
        <p:spPr>
          <a:xfrm>
            <a:off x="5101176" y="622825"/>
            <a:ext cx="3563786" cy="3563786"/>
          </a:xfrm>
          <a:prstGeom prst="rect">
            <a:avLst/>
          </a:prstGeom>
          <a:noFill/>
          <a:ln>
            <a:noFill/>
          </a:ln>
        </p:spPr>
      </p:pic>
      <p:sp>
        <p:nvSpPr>
          <p:cNvPr id="187" name="Google Shape;187;g3e64f7a63fc_0_64"/>
          <p:cNvSpPr txBox="1"/>
          <p:nvPr/>
        </p:nvSpPr>
        <p:spPr>
          <a:xfrm>
            <a:off x="5822350" y="4186600"/>
            <a:ext cx="2196000" cy="4881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US"/>
              <a:t>Baseline</a:t>
            </a:r>
            <a:endParaRPr/>
          </a:p>
        </p:txBody>
      </p:sp>
      <p:pic>
        <p:nvPicPr>
          <p:cNvPr id="188" name="Google Shape;188;g3e64f7a63fc_0_64" title="feedforward_trajectory.gif"/>
          <p:cNvPicPr preferRelativeResize="0"/>
          <p:nvPr/>
        </p:nvPicPr>
        <p:blipFill>
          <a:blip r:embed="rId4">
            <a:alphaModFix/>
          </a:blip>
          <a:stretch>
            <a:fillRect/>
          </a:stretch>
        </p:blipFill>
        <p:spPr>
          <a:xfrm>
            <a:off x="672701" y="622813"/>
            <a:ext cx="3563786" cy="3563786"/>
          </a:xfrm>
          <a:prstGeom prst="rect">
            <a:avLst/>
          </a:prstGeom>
          <a:noFill/>
          <a:ln>
            <a:noFill/>
          </a:ln>
        </p:spPr>
      </p:pic>
      <p:sp>
        <p:nvSpPr>
          <p:cNvPr id="189" name="Google Shape;189;g3e64f7a63fc_0_64"/>
          <p:cNvSpPr txBox="1"/>
          <p:nvPr/>
        </p:nvSpPr>
        <p:spPr>
          <a:xfrm>
            <a:off x="1356600" y="4186588"/>
            <a:ext cx="2196000" cy="4881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US"/>
              <a:t>Feedforward</a:t>
            </a:r>
            <a:endParaRPr/>
          </a:p>
        </p:txBody>
      </p:sp>
      <p:sp>
        <p:nvSpPr>
          <p:cNvPr id="2" name="Google Shape;90;p5">
            <a:extLst>
              <a:ext uri="{FF2B5EF4-FFF2-40B4-BE49-F238E27FC236}">
                <a16:creationId xmlns:a16="http://schemas.microsoft.com/office/drawing/2014/main" id="{92B8F0A0-E6F8-D8D6-BACB-50898F02B1CC}"/>
              </a:ext>
            </a:extLst>
          </p:cNvPr>
          <p:cNvSpPr txBox="1">
            <a:spLocks noGrp="1"/>
          </p:cNvSpPr>
          <p:nvPr>
            <p:ph type="sldNum" idx="12"/>
          </p:nvPr>
        </p:nvSpPr>
        <p:spPr>
          <a:xfrm>
            <a:off x="8287407" y="4717061"/>
            <a:ext cx="842548" cy="393600"/>
          </a:xfrm>
          <a:prstGeom prst="rect">
            <a:avLst/>
          </a:prstGeom>
          <a:noFill/>
          <a:ln>
            <a:noFill/>
          </a:ln>
        </p:spPr>
        <p:txBody>
          <a:bodyPr spcFirstLastPara="1" wrap="square" lIns="91425" tIns="91425" rIns="91425" bIns="91425" anchor="ctr" anchorCtr="0">
            <a:normAutofit fontScale="92500" lnSpcReduction="20000"/>
          </a:bodyPr>
          <a:lstStyle/>
          <a:p>
            <a:pPr marL="0" lvl="0" indent="0" algn="r" rtl="0">
              <a:lnSpc>
                <a:spcPct val="100000"/>
              </a:lnSpc>
              <a:spcBef>
                <a:spcPts val="0"/>
              </a:spcBef>
              <a:spcAft>
                <a:spcPts val="0"/>
              </a:spcAft>
              <a:buClr>
                <a:schemeClr val="lt1"/>
              </a:buClr>
              <a:buSzPct val="100000"/>
              <a:buFont typeface="Calibri"/>
              <a:buNone/>
            </a:pPr>
            <a:fld id="{00000000-1234-1234-1234-123412341234}" type="slidenum">
              <a:rPr lang="en-US"/>
              <a:t>12</a:t>
            </a:fld>
            <a:endParaRPr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93"/>
        <p:cNvGrpSpPr/>
        <p:nvPr/>
      </p:nvGrpSpPr>
      <p:grpSpPr>
        <a:xfrm>
          <a:off x="0" y="0"/>
          <a:ext cx="0" cy="0"/>
          <a:chOff x="0" y="0"/>
          <a:chExt cx="0" cy="0"/>
        </a:xfrm>
      </p:grpSpPr>
      <p:sp>
        <p:nvSpPr>
          <p:cNvPr id="194" name="Google Shape;194;g3e64f7a63fc_1_9"/>
          <p:cNvSpPr txBox="1">
            <a:spLocks noGrp="1"/>
          </p:cNvSpPr>
          <p:nvPr>
            <p:ph type="title"/>
          </p:nvPr>
        </p:nvSpPr>
        <p:spPr>
          <a:xfrm>
            <a:off x="0" y="27577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US"/>
              <a:t>Results	</a:t>
            </a:r>
            <a:endParaRPr/>
          </a:p>
        </p:txBody>
      </p:sp>
      <p:pic>
        <p:nvPicPr>
          <p:cNvPr id="196" name="Google Shape;196;g3e64f7a63fc_1_9" title="Screenshot 2026-04-25 at 4.47.34 PM.png"/>
          <p:cNvPicPr preferRelativeResize="0"/>
          <p:nvPr/>
        </p:nvPicPr>
        <p:blipFill>
          <a:blip r:embed="rId3">
            <a:alphaModFix/>
          </a:blip>
          <a:stretch>
            <a:fillRect/>
          </a:stretch>
        </p:blipFill>
        <p:spPr>
          <a:xfrm>
            <a:off x="56150" y="1178702"/>
            <a:ext cx="4746126" cy="2452025"/>
          </a:xfrm>
          <a:prstGeom prst="rect">
            <a:avLst/>
          </a:prstGeom>
          <a:noFill/>
          <a:ln>
            <a:noFill/>
          </a:ln>
        </p:spPr>
      </p:pic>
      <p:pic>
        <p:nvPicPr>
          <p:cNvPr id="197" name="Google Shape;197;g3e64f7a63fc_1_9" title="feedforward_trajectory.gif"/>
          <p:cNvPicPr preferRelativeResize="0"/>
          <p:nvPr/>
        </p:nvPicPr>
        <p:blipFill>
          <a:blip r:embed="rId4">
            <a:alphaModFix/>
          </a:blip>
          <a:stretch>
            <a:fillRect/>
          </a:stretch>
        </p:blipFill>
        <p:spPr>
          <a:xfrm>
            <a:off x="5210301" y="275775"/>
            <a:ext cx="3563786" cy="3563786"/>
          </a:xfrm>
          <a:prstGeom prst="rect">
            <a:avLst/>
          </a:prstGeom>
          <a:noFill/>
          <a:ln>
            <a:noFill/>
          </a:ln>
        </p:spPr>
      </p:pic>
      <p:sp>
        <p:nvSpPr>
          <p:cNvPr id="198" name="Google Shape;198;g3e64f7a63fc_1_9"/>
          <p:cNvSpPr txBox="1"/>
          <p:nvPr/>
        </p:nvSpPr>
        <p:spPr>
          <a:xfrm>
            <a:off x="5927925" y="3873700"/>
            <a:ext cx="2196000" cy="4881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US"/>
              <a:t>Feedforward</a:t>
            </a:r>
            <a:endParaRPr/>
          </a:p>
        </p:txBody>
      </p:sp>
      <p:sp>
        <p:nvSpPr>
          <p:cNvPr id="2" name="Google Shape;90;p5">
            <a:extLst>
              <a:ext uri="{FF2B5EF4-FFF2-40B4-BE49-F238E27FC236}">
                <a16:creationId xmlns:a16="http://schemas.microsoft.com/office/drawing/2014/main" id="{427E9913-6619-AB95-4701-93B1027E839D}"/>
              </a:ext>
            </a:extLst>
          </p:cNvPr>
          <p:cNvSpPr txBox="1">
            <a:spLocks noGrp="1"/>
          </p:cNvSpPr>
          <p:nvPr>
            <p:ph type="sldNum" idx="12"/>
          </p:nvPr>
        </p:nvSpPr>
        <p:spPr>
          <a:xfrm>
            <a:off x="8287407" y="4717061"/>
            <a:ext cx="842548" cy="393600"/>
          </a:xfrm>
          <a:prstGeom prst="rect">
            <a:avLst/>
          </a:prstGeom>
          <a:noFill/>
          <a:ln>
            <a:noFill/>
          </a:ln>
        </p:spPr>
        <p:txBody>
          <a:bodyPr spcFirstLastPara="1" wrap="square" lIns="91425" tIns="91425" rIns="91425" bIns="91425" anchor="ctr" anchorCtr="0">
            <a:normAutofit fontScale="92500" lnSpcReduction="20000"/>
          </a:bodyPr>
          <a:lstStyle/>
          <a:p>
            <a:pPr marL="0" lvl="0" indent="0" algn="r" rtl="0">
              <a:lnSpc>
                <a:spcPct val="100000"/>
              </a:lnSpc>
              <a:spcBef>
                <a:spcPts val="0"/>
              </a:spcBef>
              <a:spcAft>
                <a:spcPts val="0"/>
              </a:spcAft>
              <a:buClr>
                <a:schemeClr val="lt1"/>
              </a:buClr>
              <a:buSzPct val="100000"/>
              <a:buFont typeface="Calibri"/>
              <a:buNone/>
            </a:pPr>
            <a:fld id="{00000000-1234-1234-1234-123412341234}" type="slidenum">
              <a:rPr lang="en-US"/>
              <a:t>13</a:t>
            </a:fld>
            <a:endParaRPr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02"/>
        <p:cNvGrpSpPr/>
        <p:nvPr/>
      </p:nvGrpSpPr>
      <p:grpSpPr>
        <a:xfrm>
          <a:off x="0" y="0"/>
          <a:ext cx="0" cy="0"/>
          <a:chOff x="0" y="0"/>
          <a:chExt cx="0" cy="0"/>
        </a:xfrm>
      </p:grpSpPr>
      <p:sp>
        <p:nvSpPr>
          <p:cNvPr id="203" name="Google Shape;203;g3e64f7a63fc_0_72"/>
          <p:cNvSpPr txBox="1">
            <a:spLocks noGrp="1"/>
          </p:cNvSpPr>
          <p:nvPr>
            <p:ph type="title"/>
          </p:nvPr>
        </p:nvSpPr>
        <p:spPr>
          <a:xfrm>
            <a:off x="0" y="19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US"/>
              <a:t>Interpretations, Performance and Future Directions</a:t>
            </a:r>
            <a:endParaRPr/>
          </a:p>
        </p:txBody>
      </p:sp>
      <p:sp>
        <p:nvSpPr>
          <p:cNvPr id="204" name="Google Shape;204;g3e64f7a63fc_0_72"/>
          <p:cNvSpPr txBox="1">
            <a:spLocks noGrp="1"/>
          </p:cNvSpPr>
          <p:nvPr>
            <p:ph type="body" idx="1"/>
          </p:nvPr>
        </p:nvSpPr>
        <p:spPr>
          <a:xfrm>
            <a:off x="0" y="722811"/>
            <a:ext cx="8832300" cy="3846000"/>
          </a:xfrm>
          <a:prstGeom prst="rect">
            <a:avLst/>
          </a:prstGeom>
        </p:spPr>
        <p:txBody>
          <a:bodyPr spcFirstLastPara="1" wrap="square" lIns="91425" tIns="91425" rIns="91425" bIns="91425" anchor="t" anchorCtr="0">
            <a:normAutofit fontScale="92500" lnSpcReduction="10000"/>
          </a:bodyPr>
          <a:lstStyle/>
          <a:p>
            <a:pPr marL="0" lvl="0" indent="0" algn="l" rtl="0">
              <a:spcBef>
                <a:spcPts val="0"/>
              </a:spcBef>
              <a:spcAft>
                <a:spcPts val="0"/>
              </a:spcAft>
              <a:buNone/>
            </a:pPr>
            <a:r>
              <a:rPr lang="en-US" sz="1600" b="1"/>
              <a:t>Resilience:</a:t>
            </a:r>
            <a:r>
              <a:rPr lang="en-US" sz="1600"/>
              <a:t> The swarm can survive severe communication dropouts as long as the network periodically reconnects.</a:t>
            </a:r>
            <a:endParaRPr sz="1600"/>
          </a:p>
          <a:p>
            <a:pPr marL="0" lvl="0" indent="0" algn="l" rtl="0">
              <a:spcBef>
                <a:spcPts val="0"/>
              </a:spcBef>
              <a:spcAft>
                <a:spcPts val="0"/>
              </a:spcAft>
              <a:buClr>
                <a:schemeClr val="dk1"/>
              </a:buClr>
              <a:buSzPts val="1100"/>
              <a:buFont typeface="Arial"/>
              <a:buNone/>
            </a:pPr>
            <a:endParaRPr sz="1600"/>
          </a:p>
          <a:p>
            <a:pPr marL="0" lvl="0" indent="0" algn="l" rtl="0">
              <a:spcBef>
                <a:spcPts val="0"/>
              </a:spcBef>
              <a:spcAft>
                <a:spcPts val="0"/>
              </a:spcAft>
              <a:buNone/>
            </a:pPr>
            <a:r>
              <a:rPr lang="en-US" sz="1600" b="1"/>
              <a:t>Motion Compensation:</a:t>
            </a:r>
            <a:r>
              <a:rPr lang="en-US" sz="1600"/>
              <a:t> You cannot just use a basic consensus model for a moving target. Explicitly compensating for the leader's movement is a hard requirement.</a:t>
            </a:r>
            <a:endParaRPr sz="1600"/>
          </a:p>
          <a:p>
            <a:pPr marL="0" lvl="0" indent="0" algn="l" rtl="0">
              <a:spcBef>
                <a:spcPts val="0"/>
              </a:spcBef>
              <a:spcAft>
                <a:spcPts val="0"/>
              </a:spcAft>
              <a:buNone/>
            </a:pPr>
            <a:endParaRPr sz="1600"/>
          </a:p>
          <a:p>
            <a:pPr marL="0" lvl="0" indent="0" algn="l" rtl="0">
              <a:lnSpc>
                <a:spcPct val="115000"/>
              </a:lnSpc>
              <a:spcBef>
                <a:spcPts val="1200"/>
              </a:spcBef>
              <a:spcAft>
                <a:spcPts val="0"/>
              </a:spcAft>
              <a:buNone/>
            </a:pPr>
            <a:r>
              <a:rPr lang="en-US" sz="1600" b="1"/>
              <a:t>Performance: </a:t>
            </a:r>
            <a:endParaRPr sz="1600" b="1"/>
          </a:p>
          <a:p>
            <a:pPr marL="457200" lvl="0" indent="-330200" algn="l" rtl="0">
              <a:lnSpc>
                <a:spcPct val="115000"/>
              </a:lnSpc>
              <a:spcBef>
                <a:spcPts val="1200"/>
              </a:spcBef>
              <a:spcAft>
                <a:spcPts val="0"/>
              </a:spcAft>
              <a:buSzPts val="1600"/>
              <a:buChar char="●"/>
            </a:pPr>
            <a:r>
              <a:rPr lang="en-US" sz="1600"/>
              <a:t>Our proposed approach maintained an error (RMSE) below</a:t>
            </a:r>
            <a:r>
              <a:rPr lang="en-US" sz="1600" b="1"/>
              <a:t> 0.012</a:t>
            </a:r>
            <a:r>
              <a:rPr lang="en-US" sz="1600"/>
              <a:t>.</a:t>
            </a:r>
            <a:endParaRPr sz="1600"/>
          </a:p>
          <a:p>
            <a:pPr marL="457200" lvl="0" indent="-330200" algn="l" rtl="0">
              <a:lnSpc>
                <a:spcPct val="115000"/>
              </a:lnSpc>
              <a:spcBef>
                <a:spcPts val="0"/>
              </a:spcBef>
              <a:spcAft>
                <a:spcPts val="0"/>
              </a:spcAft>
              <a:buSzPts val="1600"/>
              <a:buChar char="●"/>
            </a:pPr>
            <a:r>
              <a:rPr lang="en-US" sz="1600"/>
              <a:t>The baseline approach failed to stabilize, drifting with an error above </a:t>
            </a:r>
            <a:r>
              <a:rPr lang="en-US" sz="1600" b="1"/>
              <a:t>2.279</a:t>
            </a:r>
            <a:r>
              <a:rPr lang="en-US" sz="1600"/>
              <a:t>.</a:t>
            </a:r>
            <a:endParaRPr sz="1600"/>
          </a:p>
          <a:p>
            <a:pPr marL="0" lvl="0" indent="0" algn="l" rtl="0">
              <a:lnSpc>
                <a:spcPct val="115000"/>
              </a:lnSpc>
              <a:spcBef>
                <a:spcPts val="1200"/>
              </a:spcBef>
              <a:spcAft>
                <a:spcPts val="0"/>
              </a:spcAft>
              <a:buNone/>
            </a:pPr>
            <a:r>
              <a:rPr lang="en-US" sz="1600" b="1"/>
              <a:t>Future Directions:</a:t>
            </a:r>
            <a:endParaRPr sz="1600" b="1"/>
          </a:p>
          <a:p>
            <a:pPr marL="457200" lvl="0" indent="-330200" algn="l" rtl="0">
              <a:lnSpc>
                <a:spcPct val="115000"/>
              </a:lnSpc>
              <a:spcBef>
                <a:spcPts val="1200"/>
              </a:spcBef>
              <a:spcAft>
                <a:spcPts val="0"/>
              </a:spcAft>
              <a:buSzPts val="1600"/>
              <a:buChar char="●"/>
            </a:pPr>
            <a:r>
              <a:rPr lang="en-US" sz="1600"/>
              <a:t>Scale the simulation beyond the current 10-drone limit.</a:t>
            </a:r>
            <a:endParaRPr sz="1600"/>
          </a:p>
          <a:p>
            <a:pPr marL="457200" lvl="0" indent="-330200" algn="l" rtl="0">
              <a:lnSpc>
                <a:spcPct val="115000"/>
              </a:lnSpc>
              <a:spcBef>
                <a:spcPts val="0"/>
              </a:spcBef>
              <a:spcAft>
                <a:spcPts val="0"/>
              </a:spcAft>
              <a:buSzPts val="1600"/>
              <a:buChar char="●"/>
            </a:pPr>
            <a:r>
              <a:rPr lang="en-US" sz="1600"/>
              <a:t>Remove knowledge of USV speeds and disturbances</a:t>
            </a:r>
            <a:endParaRPr sz="1600"/>
          </a:p>
          <a:p>
            <a:pPr marL="457200" lvl="0" indent="-330200" algn="l" rtl="0">
              <a:lnSpc>
                <a:spcPct val="115000"/>
              </a:lnSpc>
              <a:spcBef>
                <a:spcPts val="0"/>
              </a:spcBef>
              <a:spcAft>
                <a:spcPts val="0"/>
              </a:spcAft>
              <a:buSzPts val="1600"/>
              <a:buChar char="●"/>
            </a:pPr>
            <a:r>
              <a:rPr lang="en-US" sz="1600"/>
              <a:t>Stress-test the system to find the exact failure thresholds for extreme dropout rates and higher leader speeds.</a:t>
            </a:r>
            <a:endParaRPr/>
          </a:p>
        </p:txBody>
      </p:sp>
      <p:sp>
        <p:nvSpPr>
          <p:cNvPr id="2" name="Google Shape;90;p5">
            <a:extLst>
              <a:ext uri="{FF2B5EF4-FFF2-40B4-BE49-F238E27FC236}">
                <a16:creationId xmlns:a16="http://schemas.microsoft.com/office/drawing/2014/main" id="{61331570-B737-6E9F-663C-C5A6398FD205}"/>
              </a:ext>
            </a:extLst>
          </p:cNvPr>
          <p:cNvSpPr txBox="1">
            <a:spLocks noGrp="1"/>
          </p:cNvSpPr>
          <p:nvPr>
            <p:ph type="sldNum" idx="12"/>
          </p:nvPr>
        </p:nvSpPr>
        <p:spPr>
          <a:xfrm>
            <a:off x="8287407" y="4717061"/>
            <a:ext cx="842548" cy="393600"/>
          </a:xfrm>
          <a:prstGeom prst="rect">
            <a:avLst/>
          </a:prstGeom>
          <a:noFill/>
          <a:ln>
            <a:noFill/>
          </a:ln>
        </p:spPr>
        <p:txBody>
          <a:bodyPr spcFirstLastPara="1" wrap="square" lIns="91425" tIns="91425" rIns="91425" bIns="91425" anchor="ctr" anchorCtr="0">
            <a:normAutofit fontScale="92500" lnSpcReduction="20000"/>
          </a:bodyPr>
          <a:lstStyle/>
          <a:p>
            <a:pPr marL="0" lvl="0" indent="0" algn="r" rtl="0">
              <a:lnSpc>
                <a:spcPct val="100000"/>
              </a:lnSpc>
              <a:spcBef>
                <a:spcPts val="0"/>
              </a:spcBef>
              <a:spcAft>
                <a:spcPts val="0"/>
              </a:spcAft>
              <a:buClr>
                <a:schemeClr val="lt1"/>
              </a:buClr>
              <a:buSzPct val="100000"/>
              <a:buFont typeface="Calibri"/>
              <a:buNone/>
            </a:pPr>
            <a:fld id="{00000000-1234-1234-1234-123412341234}" type="slidenum">
              <a:rPr lang="en-US"/>
              <a:t>14</a:t>
            </a:fld>
            <a:endParaRPr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09"/>
        <p:cNvGrpSpPr/>
        <p:nvPr/>
      </p:nvGrpSpPr>
      <p:grpSpPr>
        <a:xfrm>
          <a:off x="0" y="0"/>
          <a:ext cx="0" cy="0"/>
          <a:chOff x="0" y="0"/>
          <a:chExt cx="0" cy="0"/>
        </a:xfrm>
      </p:grpSpPr>
      <p:sp>
        <p:nvSpPr>
          <p:cNvPr id="210" name="Google Shape;210;g3e64f7a63fc_0_87"/>
          <p:cNvSpPr txBox="1">
            <a:spLocks noGrp="1"/>
          </p:cNvSpPr>
          <p:nvPr>
            <p:ph type="title"/>
          </p:nvPr>
        </p:nvSpPr>
        <p:spPr>
          <a:xfrm>
            <a:off x="0" y="19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US"/>
              <a:t>Conclusion	</a:t>
            </a:r>
            <a:endParaRPr/>
          </a:p>
        </p:txBody>
      </p:sp>
      <p:sp>
        <p:nvSpPr>
          <p:cNvPr id="211" name="Google Shape;211;g3e64f7a63fc_0_87"/>
          <p:cNvSpPr txBox="1">
            <a:spLocks noGrp="1"/>
          </p:cNvSpPr>
          <p:nvPr>
            <p:ph type="body" idx="1"/>
          </p:nvPr>
        </p:nvSpPr>
        <p:spPr>
          <a:xfrm>
            <a:off x="0" y="722811"/>
            <a:ext cx="8832300" cy="3846000"/>
          </a:xfrm>
          <a:prstGeom prst="rect">
            <a:avLst/>
          </a:prstGeom>
        </p:spPr>
        <p:txBody>
          <a:bodyPr spcFirstLastPara="1" wrap="square" lIns="91425" tIns="91425" rIns="91425" bIns="91425" anchor="t" anchorCtr="0">
            <a:normAutofit lnSpcReduction="10000"/>
          </a:bodyPr>
          <a:lstStyle/>
          <a:p>
            <a:pPr marL="457200" lvl="0" indent="-330200" algn="l" rtl="0">
              <a:lnSpc>
                <a:spcPct val="115000"/>
              </a:lnSpc>
              <a:spcBef>
                <a:spcPts val="1200"/>
              </a:spcBef>
              <a:spcAft>
                <a:spcPts val="0"/>
              </a:spcAft>
              <a:buSzPts val="1600"/>
              <a:buChar char="●"/>
            </a:pPr>
            <a:r>
              <a:rPr lang="en-US" sz="1600" b="1"/>
              <a:t>The Framework:</a:t>
            </a:r>
            <a:r>
              <a:rPr lang="en-US" sz="1600"/>
              <a:t> Combining leader-following consensus with velocity feedforward successfully separates two objectives: swarm agreement and moving-target tracking.</a:t>
            </a:r>
            <a:br>
              <a:rPr lang="en-US" sz="1600"/>
            </a:br>
            <a:endParaRPr sz="1600"/>
          </a:p>
          <a:p>
            <a:pPr marL="457200" lvl="0" indent="-330200" algn="l" rtl="0">
              <a:lnSpc>
                <a:spcPct val="115000"/>
              </a:lnSpc>
              <a:spcBef>
                <a:spcPts val="0"/>
              </a:spcBef>
              <a:spcAft>
                <a:spcPts val="0"/>
              </a:spcAft>
              <a:buSzPts val="1600"/>
              <a:buChar char="●"/>
            </a:pPr>
            <a:r>
              <a:rPr lang="en-US" sz="1600" b="1"/>
              <a:t>The Resilience:</a:t>
            </a:r>
            <a:r>
              <a:rPr lang="en-US" sz="1600"/>
              <a:t> Switched-system analysis proves the swarm tolerates substantial dropouts, strictly requiring only periodic joint connectivity over time.</a:t>
            </a:r>
            <a:br>
              <a:rPr lang="en-US" sz="1600"/>
            </a:br>
            <a:endParaRPr sz="1600"/>
          </a:p>
          <a:p>
            <a:pPr marL="457200" lvl="0" indent="-330200" algn="l" rtl="0">
              <a:lnSpc>
                <a:spcPct val="115000"/>
              </a:lnSpc>
              <a:spcBef>
                <a:spcPts val="0"/>
              </a:spcBef>
              <a:spcAft>
                <a:spcPts val="0"/>
              </a:spcAft>
              <a:buSzPts val="1600"/>
              <a:buChar char="●"/>
            </a:pPr>
            <a:r>
              <a:rPr lang="en-US" sz="1600" b="1"/>
              <a:t>Future Scope:</a:t>
            </a:r>
            <a:endParaRPr sz="1600" b="1"/>
          </a:p>
          <a:p>
            <a:pPr marL="914400" lvl="1" indent="-330200" algn="l" rtl="0">
              <a:lnSpc>
                <a:spcPct val="115000"/>
              </a:lnSpc>
              <a:spcBef>
                <a:spcPts val="0"/>
              </a:spcBef>
              <a:spcAft>
                <a:spcPts val="0"/>
              </a:spcAft>
              <a:buSzPts val="1600"/>
              <a:buChar char="○"/>
            </a:pPr>
            <a:r>
              <a:rPr lang="en-US" sz="1600" b="1" i="1"/>
              <a:t>System Fidelity:</a:t>
            </a:r>
            <a:r>
              <a:rPr lang="en-US" sz="1600"/>
              <a:t> Incorporate higher-order dynamics, estimation errors, and physical actuator limits.</a:t>
            </a:r>
            <a:endParaRPr sz="1600"/>
          </a:p>
          <a:p>
            <a:pPr marL="914400" lvl="1" indent="-330200" algn="l" rtl="0">
              <a:lnSpc>
                <a:spcPct val="115000"/>
              </a:lnSpc>
              <a:spcBef>
                <a:spcPts val="0"/>
              </a:spcBef>
              <a:spcAft>
                <a:spcPts val="0"/>
              </a:spcAft>
              <a:buSzPts val="1600"/>
              <a:buChar char="○"/>
            </a:pPr>
            <a:r>
              <a:rPr lang="en-US" sz="1600" b="1" i="1"/>
              <a:t>Robustness Testing:</a:t>
            </a:r>
            <a:r>
              <a:rPr lang="en-US" sz="1600"/>
              <a:t> Evaluate against varied leader trajectories, aggressive dropout rates, and massive team sizes.</a:t>
            </a:r>
            <a:endParaRPr sz="1600"/>
          </a:p>
          <a:p>
            <a:pPr marL="914400" lvl="1" indent="-330200" algn="l" rtl="0">
              <a:lnSpc>
                <a:spcPct val="115000"/>
              </a:lnSpc>
              <a:spcBef>
                <a:spcPts val="0"/>
              </a:spcBef>
              <a:spcAft>
                <a:spcPts val="0"/>
              </a:spcAft>
              <a:buSzPts val="1600"/>
              <a:buChar char="○"/>
            </a:pPr>
            <a:r>
              <a:rPr lang="en-US" sz="1600" b="1" i="1"/>
              <a:t>Energy-Awareness:</a:t>
            </a:r>
            <a:r>
              <a:rPr lang="en-US" sz="1600"/>
              <a:t> Integrate Information Value of Energy (IVE) to prioritize critical communication when drone battery reserves run low.</a:t>
            </a:r>
            <a:endParaRPr sz="1600"/>
          </a:p>
        </p:txBody>
      </p:sp>
      <p:sp>
        <p:nvSpPr>
          <p:cNvPr id="2" name="Google Shape;90;p5">
            <a:extLst>
              <a:ext uri="{FF2B5EF4-FFF2-40B4-BE49-F238E27FC236}">
                <a16:creationId xmlns:a16="http://schemas.microsoft.com/office/drawing/2014/main" id="{A8B1AB31-304C-BF1B-82D7-6B27CF410633}"/>
              </a:ext>
            </a:extLst>
          </p:cNvPr>
          <p:cNvSpPr txBox="1">
            <a:spLocks noGrp="1"/>
          </p:cNvSpPr>
          <p:nvPr>
            <p:ph type="sldNum" idx="12"/>
          </p:nvPr>
        </p:nvSpPr>
        <p:spPr>
          <a:xfrm>
            <a:off x="8287407" y="4717061"/>
            <a:ext cx="842548" cy="393600"/>
          </a:xfrm>
          <a:prstGeom prst="rect">
            <a:avLst/>
          </a:prstGeom>
          <a:noFill/>
          <a:ln>
            <a:noFill/>
          </a:ln>
        </p:spPr>
        <p:txBody>
          <a:bodyPr spcFirstLastPara="1" wrap="square" lIns="91425" tIns="91425" rIns="91425" bIns="91425" anchor="ctr" anchorCtr="0">
            <a:normAutofit fontScale="92500" lnSpcReduction="20000"/>
          </a:bodyPr>
          <a:lstStyle/>
          <a:p>
            <a:pPr marL="0" lvl="0" indent="0" algn="r" rtl="0">
              <a:lnSpc>
                <a:spcPct val="100000"/>
              </a:lnSpc>
              <a:spcBef>
                <a:spcPts val="0"/>
              </a:spcBef>
              <a:spcAft>
                <a:spcPts val="0"/>
              </a:spcAft>
              <a:buClr>
                <a:schemeClr val="lt1"/>
              </a:buClr>
              <a:buSzPct val="100000"/>
              <a:buFont typeface="Calibri"/>
              <a:buNone/>
            </a:pPr>
            <a:fld id="{00000000-1234-1234-1234-123412341234}" type="slidenum">
              <a:rPr lang="en-US"/>
              <a:t>15</a:t>
            </a:fld>
            <a:endParaRPr dirty="0"/>
          </a:p>
        </p:txBody>
      </p:sp>
    </p:spTree>
  </p:cSld>
  <p:clrMapOvr>
    <a:masterClrMapping/>
  </p:clrMapOvr>
</p:sld>
</file>

<file path=ppt/theme/theme1.xml><?xml version="1.0" encoding="utf-8"?>
<a:theme xmlns:a="http://schemas.openxmlformats.org/drawingml/2006/main" name="Title Slide 1">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Content Slide 2">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329</TotalTime>
  <Words>3074</Words>
  <Application>Microsoft Office PowerPoint</Application>
  <PresentationFormat>On-screen Show (16:9)</PresentationFormat>
  <Paragraphs>219</Paragraphs>
  <Slides>15</Slides>
  <Notes>15</Notes>
  <HiddenSlides>2</HiddenSlides>
  <MMClips>0</MMClips>
  <ScaleCrop>false</ScaleCrop>
  <HeadingPairs>
    <vt:vector size="6" baseType="variant">
      <vt:variant>
        <vt:lpstr>Fonts Used</vt:lpstr>
      </vt:variant>
      <vt:variant>
        <vt:i4>3</vt:i4>
      </vt:variant>
      <vt:variant>
        <vt:lpstr>Theme</vt:lpstr>
      </vt:variant>
      <vt:variant>
        <vt:i4>2</vt:i4>
      </vt:variant>
      <vt:variant>
        <vt:lpstr>Slide Titles</vt:lpstr>
      </vt:variant>
      <vt:variant>
        <vt:i4>15</vt:i4>
      </vt:variant>
    </vt:vector>
  </HeadingPairs>
  <TitlesOfParts>
    <vt:vector size="20" baseType="lpstr">
      <vt:lpstr>Calibri</vt:lpstr>
      <vt:lpstr>Arial</vt:lpstr>
      <vt:lpstr>Open Sans</vt:lpstr>
      <vt:lpstr>Title Slide 1</vt:lpstr>
      <vt:lpstr>Content Slide 2</vt:lpstr>
      <vt:lpstr>Resilient Rendezvous for Heterogeneous Marine-Aerial Teams Under Communication Uncertainty</vt:lpstr>
      <vt:lpstr>Marine-Aerial Teams for Maritime Sensing</vt:lpstr>
      <vt:lpstr>The challenge? Synchronized Rendezvous</vt:lpstr>
      <vt:lpstr>Related Work</vt:lpstr>
      <vt:lpstr>Problem Formulation: Leader-Follower Coordination</vt:lpstr>
      <vt:lpstr>Communication Model</vt:lpstr>
      <vt:lpstr>Objective Function: Baseline</vt:lpstr>
      <vt:lpstr>Objective Function: Baseline</vt:lpstr>
      <vt:lpstr>Objective Function: Feedforward Compensation</vt:lpstr>
      <vt:lpstr>Objective Function: Feedforward Compensation</vt:lpstr>
      <vt:lpstr>Switching Topology </vt:lpstr>
      <vt:lpstr>Results </vt:lpstr>
      <vt:lpstr>Results </vt:lpstr>
      <vt:lpstr>Interpretations, Performance and Future Directions</vt:lpstr>
      <vt:lpstr>Conclusion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Kavin Govindarajan</dc:creator>
  <cp:lastModifiedBy>Kavin Govindarajan</cp:lastModifiedBy>
  <cp:revision>1</cp:revision>
  <dcterms:modified xsi:type="dcterms:W3CDTF">2026-04-28T22:00:25Z</dcterms:modified>
</cp:coreProperties>
</file>